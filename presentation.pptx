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257338"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40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3" d="100"/>
          <a:sy n="33" d="100"/>
        </p:scale>
        <p:origin x="1248" y="48"/>
      </p:cViewPr>
      <p:guideLst>
        <p:guide orient="horz" pos="2880"/>
        <p:guide pos="40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ctrTitle"/>
          </p:nvPr>
        </p:nvSpPr>
        <p:spPr>
          <a:xfrm>
            <a:off x="2047636" y="2028263"/>
            <a:ext cx="10162067" cy="3912514"/>
          </a:xfrm>
        </p:spPr>
        <p:txBody>
          <a:bodyPr anchor="b">
            <a:normAutofit/>
          </a:bodyPr>
          <a:lstStyle>
            <a:lvl1pPr algn="ctr">
              <a:defRPr sz="7484"/>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2047636" y="6059596"/>
            <a:ext cx="10162067" cy="2138678"/>
          </a:xfrm>
        </p:spPr>
        <p:txBody>
          <a:bodyPr>
            <a:normAutofit/>
          </a:bodyPr>
          <a:lstStyle>
            <a:lvl1pPr marL="0" indent="0" algn="ctr">
              <a:buNone/>
              <a:defRPr sz="3430">
                <a:solidFill>
                  <a:schemeClr val="bg1">
                    <a:lumMod val="50000"/>
                  </a:schemeClr>
                </a:solidFill>
              </a:defRPr>
            </a:lvl1pPr>
            <a:lvl2pPr marL="712866" indent="0" algn="ctr">
              <a:buNone/>
              <a:defRPr sz="3118"/>
            </a:lvl2pPr>
            <a:lvl3pPr marL="1425732" indent="0" algn="ctr">
              <a:buNone/>
              <a:defRPr sz="2807"/>
            </a:lvl3pPr>
            <a:lvl4pPr marL="2138599" indent="0" algn="ctr">
              <a:buNone/>
              <a:defRPr sz="2495"/>
            </a:lvl4pPr>
            <a:lvl5pPr marL="2851465" indent="0" algn="ctr">
              <a:buNone/>
              <a:defRPr sz="2495"/>
            </a:lvl5pPr>
            <a:lvl6pPr marL="3564331" indent="0" algn="ctr">
              <a:buNone/>
              <a:defRPr sz="2495"/>
            </a:lvl6pPr>
            <a:lvl7pPr marL="4277197" indent="0" algn="ctr">
              <a:buNone/>
              <a:defRPr sz="2495"/>
            </a:lvl7pPr>
            <a:lvl8pPr marL="4990064" indent="0" algn="ctr">
              <a:buNone/>
              <a:defRPr sz="2495"/>
            </a:lvl8pPr>
            <a:lvl9pPr marL="5702930" indent="0" algn="ctr">
              <a:buNone/>
              <a:defRPr sz="2495"/>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5995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12" name="Content Placeholder 2"/>
          <p:cNvSpPr>
            <a:spLocks noGrp="1"/>
          </p:cNvSpPr>
          <p:nvPr>
            <p:ph sz="quarter" idx="13"/>
          </p:nvPr>
        </p:nvSpPr>
        <p:spPr>
          <a:xfrm>
            <a:off x="1068568" y="3690912"/>
            <a:ext cx="12119470" cy="533907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36310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068569" y="1291947"/>
            <a:ext cx="12105350" cy="4267410"/>
          </a:xfrm>
        </p:spPr>
        <p:txBody>
          <a:bodyPr anchor="b">
            <a:normAutofit/>
          </a:bodyPr>
          <a:lstStyle>
            <a:lvl1pPr>
              <a:defRPr sz="6237"/>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68569" y="5702926"/>
            <a:ext cx="12105350" cy="2133352"/>
          </a:xfrm>
        </p:spPr>
        <p:txBody>
          <a:bodyPr>
            <a:normAutofit/>
          </a:bodyPr>
          <a:lstStyle>
            <a:lvl1pPr marL="0" indent="0" algn="ctr">
              <a:buNone/>
              <a:defRPr sz="3118">
                <a:solidFill>
                  <a:schemeClr val="bg1">
                    <a:lumMod val="50000"/>
                  </a:schemeClr>
                </a:solidFill>
              </a:defRPr>
            </a:lvl1pPr>
            <a:lvl2pPr marL="712866" indent="0">
              <a:buNone/>
              <a:defRPr sz="3118">
                <a:solidFill>
                  <a:schemeClr val="tx1">
                    <a:tint val="75000"/>
                  </a:schemeClr>
                </a:solidFill>
              </a:defRPr>
            </a:lvl2pPr>
            <a:lvl3pPr marL="1425732" indent="0">
              <a:buNone/>
              <a:defRPr sz="2807">
                <a:solidFill>
                  <a:schemeClr val="tx1">
                    <a:tint val="75000"/>
                  </a:schemeClr>
                </a:solidFill>
              </a:defRPr>
            </a:lvl3pPr>
            <a:lvl4pPr marL="2138599" indent="0">
              <a:buNone/>
              <a:defRPr sz="2495">
                <a:solidFill>
                  <a:schemeClr val="tx1">
                    <a:tint val="75000"/>
                  </a:schemeClr>
                </a:solidFill>
              </a:defRPr>
            </a:lvl4pPr>
            <a:lvl5pPr marL="2851465" indent="0">
              <a:buNone/>
              <a:defRPr sz="2495">
                <a:solidFill>
                  <a:schemeClr val="tx1">
                    <a:tint val="75000"/>
                  </a:schemeClr>
                </a:solidFill>
              </a:defRPr>
            </a:lvl5pPr>
            <a:lvl6pPr marL="3564331" indent="0">
              <a:buNone/>
              <a:defRPr sz="2495">
                <a:solidFill>
                  <a:schemeClr val="tx1">
                    <a:tint val="75000"/>
                  </a:schemeClr>
                </a:solidFill>
              </a:defRPr>
            </a:lvl6pPr>
            <a:lvl7pPr marL="4277197" indent="0">
              <a:buNone/>
              <a:defRPr sz="2495">
                <a:solidFill>
                  <a:schemeClr val="tx1">
                    <a:tint val="75000"/>
                  </a:schemeClr>
                </a:solidFill>
              </a:defRPr>
            </a:lvl7pPr>
            <a:lvl8pPr marL="4990064" indent="0">
              <a:buNone/>
              <a:defRPr sz="2495">
                <a:solidFill>
                  <a:schemeClr val="tx1">
                    <a:tint val="75000"/>
                  </a:schemeClr>
                </a:solidFill>
              </a:defRPr>
            </a:lvl8pPr>
            <a:lvl9pPr marL="5702930" indent="0">
              <a:buNone/>
              <a:defRPr sz="2495">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p>
            <a:fld id="{1D8BD707-D9CF-40AE-B4C6-C98DA3205C09}"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830854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14" name="Title 1"/>
          <p:cNvSpPr>
            <a:spLocks noGrp="1"/>
          </p:cNvSpPr>
          <p:nvPr>
            <p:ph type="title"/>
          </p:nvPr>
        </p:nvSpPr>
        <p:spPr>
          <a:xfrm>
            <a:off x="1068571" y="964431"/>
            <a:ext cx="12120200" cy="2488854"/>
          </a:xfrm>
        </p:spPr>
        <p:txBody>
          <a:bodyPr/>
          <a:lstStyle/>
          <a:p>
            <a:r>
              <a:rPr lang="ar-SA"/>
              <a:t>انقر لتحرير نمط عنوان الشكل الرئيسي</a:t>
            </a:r>
            <a:endParaRPr lang="en-US" dirty="0"/>
          </a:p>
        </p:txBody>
      </p:sp>
      <p:sp>
        <p:nvSpPr>
          <p:cNvPr id="12" name="Content Placeholder 2"/>
          <p:cNvSpPr>
            <a:spLocks noGrp="1"/>
          </p:cNvSpPr>
          <p:nvPr>
            <p:ph sz="quarter" idx="13"/>
          </p:nvPr>
        </p:nvSpPr>
        <p:spPr>
          <a:xfrm>
            <a:off x="1068568" y="3690912"/>
            <a:ext cx="5970993" cy="533907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13" name="Content Placeholder 3"/>
          <p:cNvSpPr>
            <a:spLocks noGrp="1"/>
          </p:cNvSpPr>
          <p:nvPr>
            <p:ph sz="quarter" idx="14"/>
          </p:nvPr>
        </p:nvSpPr>
        <p:spPr>
          <a:xfrm>
            <a:off x="7217778" y="3690912"/>
            <a:ext cx="5970260" cy="5339071"/>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968265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14" name="Title 1"/>
          <p:cNvSpPr>
            <a:spLocks noGrp="1"/>
          </p:cNvSpPr>
          <p:nvPr>
            <p:ph type="title"/>
          </p:nvPr>
        </p:nvSpPr>
        <p:spPr>
          <a:xfrm>
            <a:off x="1068571" y="964431"/>
            <a:ext cx="12120200" cy="2488854"/>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340517" y="3697032"/>
            <a:ext cx="5699047" cy="1060287"/>
          </a:xfrm>
        </p:spPr>
        <p:txBody>
          <a:bodyPr anchor="b">
            <a:noAutofit/>
          </a:bodyPr>
          <a:lstStyle>
            <a:lvl1pPr marL="0" indent="0">
              <a:lnSpc>
                <a:spcPct val="75000"/>
              </a:lnSpc>
              <a:buNone/>
              <a:defRPr sz="4054"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12" name="Content Placeholder 3"/>
          <p:cNvSpPr>
            <a:spLocks noGrp="1"/>
          </p:cNvSpPr>
          <p:nvPr>
            <p:ph sz="quarter" idx="13"/>
          </p:nvPr>
        </p:nvSpPr>
        <p:spPr>
          <a:xfrm>
            <a:off x="1068569" y="4757321"/>
            <a:ext cx="5970993" cy="427266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7479984" y="3697032"/>
            <a:ext cx="5708787" cy="1060287"/>
          </a:xfrm>
        </p:spPr>
        <p:txBody>
          <a:bodyPr anchor="b">
            <a:noAutofit/>
          </a:bodyPr>
          <a:lstStyle>
            <a:lvl1pPr marL="0" indent="0">
              <a:lnSpc>
                <a:spcPct val="75000"/>
              </a:lnSpc>
              <a:buNone/>
              <a:defRPr sz="4054"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13" name="Content Placeholder 5"/>
          <p:cNvSpPr>
            <a:spLocks noGrp="1"/>
          </p:cNvSpPr>
          <p:nvPr>
            <p:ph sz="quarter" idx="14"/>
          </p:nvPr>
        </p:nvSpPr>
        <p:spPr>
          <a:xfrm>
            <a:off x="7217778" y="4757321"/>
            <a:ext cx="5970262" cy="4272662"/>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711512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66568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95949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068569" y="950525"/>
            <a:ext cx="4602398" cy="3154774"/>
          </a:xfrm>
        </p:spPr>
        <p:txBody>
          <a:bodyPr anchor="b"/>
          <a:lstStyle>
            <a:lvl1pPr algn="ctr">
              <a:defRPr sz="4989"/>
            </a:lvl1pPr>
          </a:lstStyle>
          <a:p>
            <a:r>
              <a:rPr lang="ar-SA"/>
              <a:t>انقر لتحرير نمط عنوان الشكل الرئيسي</a:t>
            </a:r>
            <a:endParaRPr lang="en-US" dirty="0"/>
          </a:p>
        </p:txBody>
      </p:sp>
      <p:sp>
        <p:nvSpPr>
          <p:cNvPr id="10" name="Content Placeholder 2"/>
          <p:cNvSpPr>
            <a:spLocks noGrp="1"/>
          </p:cNvSpPr>
          <p:nvPr>
            <p:ph sz="quarter" idx="13"/>
          </p:nvPr>
        </p:nvSpPr>
        <p:spPr>
          <a:xfrm>
            <a:off x="5938292" y="950527"/>
            <a:ext cx="7250477" cy="8079456"/>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1068570" y="4105299"/>
            <a:ext cx="4602399" cy="4924683"/>
          </a:xfrm>
        </p:spPr>
        <p:txBody>
          <a:bodyPr/>
          <a:lstStyle>
            <a:lvl1pPr marL="0" indent="0" algn="ctr">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31238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068571" y="950524"/>
            <a:ext cx="6438906" cy="3154778"/>
          </a:xfrm>
        </p:spPr>
        <p:txBody>
          <a:bodyPr anchor="b"/>
          <a:lstStyle>
            <a:lvl1pPr algn="ctr">
              <a:defRPr sz="4989"/>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7802666" y="950526"/>
            <a:ext cx="4686727" cy="8079458"/>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068592" y="4105301"/>
            <a:ext cx="6438885" cy="4924682"/>
          </a:xfrm>
        </p:spPr>
        <p:txBody>
          <a:bodyPr/>
          <a:lstStyle>
            <a:lvl1pPr marL="0" indent="0" algn="ctr">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857256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صورة بانورامية مع تسمية توضيحية">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068592" y="6688246"/>
            <a:ext cx="12120178" cy="1265510"/>
          </a:xfrm>
        </p:spPr>
        <p:txBody>
          <a:bodyPr anchor="b"/>
          <a:lstStyle>
            <a:lvl1pPr>
              <a:defRPr sz="4989"/>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1385441" y="1088770"/>
            <a:ext cx="11486480" cy="5011671"/>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1068570" y="7965831"/>
            <a:ext cx="12120201" cy="1064151"/>
          </a:xfrm>
        </p:spPr>
        <p:txBody>
          <a:bodyPr/>
          <a:lstStyle>
            <a:lvl1pPr marL="0" indent="0" algn="ctr">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91702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العنوان والتسمية التوضيحية">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068570" y="950525"/>
            <a:ext cx="12120201" cy="5343964"/>
          </a:xfrm>
        </p:spPr>
        <p:txBody>
          <a:bodyPr anchor="ctr"/>
          <a:lstStyle>
            <a:lvl1pPr algn="ctr">
              <a:defRPr sz="4989"/>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068570" y="6556406"/>
            <a:ext cx="12120201" cy="2473578"/>
          </a:xfrm>
        </p:spPr>
        <p:txBody>
          <a:bodyPr anchor="ctr"/>
          <a:lstStyle>
            <a:lvl1pPr marL="0" indent="0" algn="ctr">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28087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اقتباس مع تسمية توضيحية">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691202" y="1360592"/>
            <a:ext cx="10878648" cy="4256645"/>
          </a:xfrm>
        </p:spPr>
        <p:txBody>
          <a:bodyPr anchor="ctr"/>
          <a:lstStyle>
            <a:lvl1pPr>
              <a:defRPr sz="4989"/>
            </a:lvl1pPr>
          </a:lstStyle>
          <a:p>
            <a:r>
              <a:rPr lang="ar-SA"/>
              <a:t>انقر لتحرير نمط عنوان الشكل الرئيسي</a:t>
            </a:r>
            <a:endParaRPr lang="en-US" dirty="0"/>
          </a:p>
        </p:txBody>
      </p:sp>
      <p:sp>
        <p:nvSpPr>
          <p:cNvPr id="12" name="Text Placeholder 3"/>
          <p:cNvSpPr>
            <a:spLocks noGrp="1"/>
          </p:cNvSpPr>
          <p:nvPr>
            <p:ph type="body" sz="half" idx="13"/>
          </p:nvPr>
        </p:nvSpPr>
        <p:spPr>
          <a:xfrm>
            <a:off x="2012124" y="5628976"/>
            <a:ext cx="10234948" cy="927429"/>
          </a:xfrm>
        </p:spPr>
        <p:txBody>
          <a:bodyPr anchor="t">
            <a:normAutofit/>
          </a:bodyPr>
          <a:lstStyle>
            <a:lvl1pPr marL="0" indent="0">
              <a:buNone/>
              <a:defRPr sz="2183"/>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4" name="Text Placeholder 3"/>
          <p:cNvSpPr>
            <a:spLocks noGrp="1"/>
          </p:cNvSpPr>
          <p:nvPr>
            <p:ph type="body" sz="half" idx="2"/>
          </p:nvPr>
        </p:nvSpPr>
        <p:spPr>
          <a:xfrm>
            <a:off x="1068570" y="6818325"/>
            <a:ext cx="12120201" cy="2215790"/>
          </a:xfrm>
        </p:spPr>
        <p:txBody>
          <a:bodyPr anchor="ctr">
            <a:normAutofit/>
          </a:bodyPr>
          <a:lstStyle>
            <a:lvl1pPr marL="0" indent="0" algn="ctr">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11" name="TextBox 10"/>
          <p:cNvSpPr txBox="1"/>
          <p:nvPr/>
        </p:nvSpPr>
        <p:spPr>
          <a:xfrm>
            <a:off x="1150107" y="1384403"/>
            <a:ext cx="852709" cy="911817"/>
          </a:xfrm>
          <a:prstGeom prst="rect">
            <a:avLst/>
          </a:prstGeom>
        </p:spPr>
        <p:txBody>
          <a:bodyPr vert="horz" lIns="142573" tIns="71287" rIns="142573" bIns="71287"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474" dirty="0">
                <a:solidFill>
                  <a:schemeClr val="tx1"/>
                </a:solidFill>
                <a:effectLst/>
              </a:rPr>
              <a:t>“</a:t>
            </a:r>
          </a:p>
        </p:txBody>
      </p:sp>
      <p:sp>
        <p:nvSpPr>
          <p:cNvPr id="14" name="TextBox 13"/>
          <p:cNvSpPr txBox="1"/>
          <p:nvPr/>
        </p:nvSpPr>
        <p:spPr>
          <a:xfrm>
            <a:off x="12239935" y="4864912"/>
            <a:ext cx="863238" cy="911817"/>
          </a:xfrm>
          <a:prstGeom prst="rect">
            <a:avLst/>
          </a:prstGeom>
        </p:spPr>
        <p:txBody>
          <a:bodyPr vert="horz" lIns="142573" tIns="71287" rIns="142573" bIns="71287"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474" dirty="0">
                <a:solidFill>
                  <a:schemeClr val="tx1"/>
                </a:solidFill>
                <a:effectLst/>
              </a:rPr>
              <a:t>”</a:t>
            </a:r>
          </a:p>
        </p:txBody>
      </p:sp>
    </p:spTree>
    <p:extLst>
      <p:ext uri="{BB962C8B-B14F-4D97-AF65-F5344CB8AC3E}">
        <p14:creationId xmlns:p14="http://schemas.microsoft.com/office/powerpoint/2010/main" val="1738321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بطاقة اسم">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a:xfrm>
            <a:off x="1068570" y="3334823"/>
            <a:ext cx="12120201" cy="3916602"/>
          </a:xfrm>
        </p:spPr>
        <p:txBody>
          <a:bodyPr anchor="b"/>
          <a:lstStyle>
            <a:lvl1pPr algn="ctr">
              <a:defRPr sz="4989"/>
            </a:lvl1pPr>
          </a:lstStyle>
          <a:p>
            <a:r>
              <a:rPr lang="ar-SA"/>
              <a:t>انقر لتحرير نمط عنوان الشكل الرئيسي</a:t>
            </a:r>
            <a:endParaRPr lang="en-US" dirty="0"/>
          </a:p>
        </p:txBody>
      </p:sp>
      <p:sp>
        <p:nvSpPr>
          <p:cNvPr id="4" name="Text Placeholder 3"/>
          <p:cNvSpPr>
            <a:spLocks noGrp="1"/>
          </p:cNvSpPr>
          <p:nvPr>
            <p:ph type="body" sz="half" idx="2"/>
          </p:nvPr>
        </p:nvSpPr>
        <p:spPr>
          <a:xfrm>
            <a:off x="1068570" y="7269789"/>
            <a:ext cx="12120201" cy="1778560"/>
          </a:xfrm>
        </p:spPr>
        <p:txBody>
          <a:bodyPr anchor="t"/>
          <a:lstStyle>
            <a:lvl1pPr marL="0" indent="0" algn="ctr">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1D8BD707-D9CF-40AE-B4C6-C98DA3205C09}"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703732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أعمدة">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15" name="Title 1"/>
          <p:cNvSpPr>
            <a:spLocks noGrp="1"/>
          </p:cNvSpPr>
          <p:nvPr>
            <p:ph type="title"/>
          </p:nvPr>
        </p:nvSpPr>
        <p:spPr>
          <a:xfrm>
            <a:off x="1068570" y="950524"/>
            <a:ext cx="12120201" cy="2502758"/>
          </a:xfrm>
        </p:spPr>
        <p:txBody>
          <a:bodyPr/>
          <a:lstStyle/>
          <a:p>
            <a:r>
              <a:rPr lang="ar-SA"/>
              <a:t>انقر لتحرير نمط عنوان الشكل الرئيسي</a:t>
            </a:r>
            <a:endParaRPr lang="en-US" dirty="0"/>
          </a:p>
        </p:txBody>
      </p:sp>
      <p:sp>
        <p:nvSpPr>
          <p:cNvPr id="7" name="Text Placeholder 2"/>
          <p:cNvSpPr>
            <a:spLocks noGrp="1"/>
          </p:cNvSpPr>
          <p:nvPr>
            <p:ph type="body" idx="1"/>
          </p:nvPr>
        </p:nvSpPr>
        <p:spPr>
          <a:xfrm>
            <a:off x="1068569" y="3690912"/>
            <a:ext cx="3857826" cy="898542"/>
          </a:xfrm>
        </p:spPr>
        <p:txBody>
          <a:bodyPr anchor="b">
            <a:noAutofit/>
          </a:bodyPr>
          <a:lstStyle>
            <a:lvl1pPr marL="0" indent="0" algn="ctr">
              <a:lnSpc>
                <a:spcPct val="75000"/>
              </a:lnSpc>
              <a:buNone/>
              <a:defRPr sz="3742"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8" name="Text Placeholder 3"/>
          <p:cNvSpPr>
            <a:spLocks noGrp="1"/>
          </p:cNvSpPr>
          <p:nvPr>
            <p:ph type="body" sz="half" idx="15"/>
          </p:nvPr>
        </p:nvSpPr>
        <p:spPr>
          <a:xfrm>
            <a:off x="1068569" y="4589456"/>
            <a:ext cx="3857826" cy="4440529"/>
          </a:xfrm>
        </p:spPr>
        <p:txBody>
          <a:bodyPr anchor="t">
            <a:normAutofit/>
          </a:bodyPr>
          <a:lstStyle>
            <a:lvl1pPr marL="0" indent="0" algn="ctr">
              <a:buNone/>
              <a:defRPr sz="2183"/>
            </a:lvl1pPr>
            <a:lvl2pPr marL="712866" indent="0">
              <a:buNone/>
              <a:defRPr sz="1871"/>
            </a:lvl2pPr>
            <a:lvl3pPr marL="1425732" indent="0">
              <a:buNone/>
              <a:defRPr sz="1559"/>
            </a:lvl3pPr>
            <a:lvl4pPr marL="2138599" indent="0">
              <a:buNone/>
              <a:defRPr sz="1403"/>
            </a:lvl4pPr>
            <a:lvl5pPr marL="2851465" indent="0">
              <a:buNone/>
              <a:defRPr sz="1403"/>
            </a:lvl5pPr>
            <a:lvl6pPr marL="3564331" indent="0">
              <a:buNone/>
              <a:defRPr sz="1403"/>
            </a:lvl6pPr>
            <a:lvl7pPr marL="4277197" indent="0">
              <a:buNone/>
              <a:defRPr sz="1403"/>
            </a:lvl7pPr>
            <a:lvl8pPr marL="4990064" indent="0">
              <a:buNone/>
              <a:defRPr sz="1403"/>
            </a:lvl8pPr>
            <a:lvl9pPr marL="5702930" indent="0">
              <a:buNone/>
              <a:defRPr sz="1403"/>
            </a:lvl9pPr>
          </a:lstStyle>
          <a:p>
            <a:pPr lvl="0"/>
            <a:r>
              <a:rPr lang="ar-SA"/>
              <a:t>انقر لتحرير أنماط نص الشكل الرئيسي</a:t>
            </a:r>
          </a:p>
        </p:txBody>
      </p:sp>
      <p:sp>
        <p:nvSpPr>
          <p:cNvPr id="9" name="Text Placeholder 4"/>
          <p:cNvSpPr>
            <a:spLocks noGrp="1"/>
          </p:cNvSpPr>
          <p:nvPr>
            <p:ph type="body" sz="quarter" idx="3"/>
          </p:nvPr>
        </p:nvSpPr>
        <p:spPr>
          <a:xfrm>
            <a:off x="5206629" y="3690912"/>
            <a:ext cx="3849109" cy="898542"/>
          </a:xfrm>
        </p:spPr>
        <p:txBody>
          <a:bodyPr anchor="b">
            <a:noAutofit/>
          </a:bodyPr>
          <a:lstStyle>
            <a:lvl1pPr marL="0" indent="0" algn="ctr">
              <a:lnSpc>
                <a:spcPct val="75000"/>
              </a:lnSpc>
              <a:buNone/>
              <a:defRPr sz="3742"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10" name="Text Placeholder 3"/>
          <p:cNvSpPr>
            <a:spLocks noGrp="1"/>
          </p:cNvSpPr>
          <p:nvPr>
            <p:ph type="body" sz="half" idx="16"/>
          </p:nvPr>
        </p:nvSpPr>
        <p:spPr>
          <a:xfrm>
            <a:off x="5193719" y="4589456"/>
            <a:ext cx="3862942" cy="4440529"/>
          </a:xfrm>
        </p:spPr>
        <p:txBody>
          <a:bodyPr anchor="t">
            <a:normAutofit/>
          </a:bodyPr>
          <a:lstStyle>
            <a:lvl1pPr marL="0" indent="0" algn="ctr">
              <a:buNone/>
              <a:defRPr sz="2183"/>
            </a:lvl1pPr>
            <a:lvl2pPr marL="712866" indent="0">
              <a:buNone/>
              <a:defRPr sz="1871"/>
            </a:lvl2pPr>
            <a:lvl3pPr marL="1425732" indent="0">
              <a:buNone/>
              <a:defRPr sz="1559"/>
            </a:lvl3pPr>
            <a:lvl4pPr marL="2138599" indent="0">
              <a:buNone/>
              <a:defRPr sz="1403"/>
            </a:lvl4pPr>
            <a:lvl5pPr marL="2851465" indent="0">
              <a:buNone/>
              <a:defRPr sz="1403"/>
            </a:lvl5pPr>
            <a:lvl6pPr marL="3564331" indent="0">
              <a:buNone/>
              <a:defRPr sz="1403"/>
            </a:lvl6pPr>
            <a:lvl7pPr marL="4277197" indent="0">
              <a:buNone/>
              <a:defRPr sz="1403"/>
            </a:lvl7pPr>
            <a:lvl8pPr marL="4990064" indent="0">
              <a:buNone/>
              <a:defRPr sz="1403"/>
            </a:lvl8pPr>
            <a:lvl9pPr marL="5702930" indent="0">
              <a:buNone/>
              <a:defRPr sz="1403"/>
            </a:lvl9pPr>
          </a:lstStyle>
          <a:p>
            <a:pPr lvl="0"/>
            <a:r>
              <a:rPr lang="ar-SA"/>
              <a:t>انقر لتحرير أنماط نص الشكل الرئيسي</a:t>
            </a:r>
          </a:p>
        </p:txBody>
      </p:sp>
      <p:sp>
        <p:nvSpPr>
          <p:cNvPr id="11" name="Text Placeholder 4"/>
          <p:cNvSpPr>
            <a:spLocks noGrp="1"/>
          </p:cNvSpPr>
          <p:nvPr>
            <p:ph type="body" sz="quarter" idx="13"/>
          </p:nvPr>
        </p:nvSpPr>
        <p:spPr>
          <a:xfrm>
            <a:off x="9323984" y="3690912"/>
            <a:ext cx="3864786" cy="898542"/>
          </a:xfrm>
        </p:spPr>
        <p:txBody>
          <a:bodyPr anchor="b">
            <a:noAutofit/>
          </a:bodyPr>
          <a:lstStyle>
            <a:lvl1pPr marL="0" indent="0" algn="ctr">
              <a:lnSpc>
                <a:spcPct val="75000"/>
              </a:lnSpc>
              <a:buNone/>
              <a:defRPr sz="3742"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12" name="Text Placeholder 3"/>
          <p:cNvSpPr>
            <a:spLocks noGrp="1"/>
          </p:cNvSpPr>
          <p:nvPr>
            <p:ph type="body" sz="half" idx="17"/>
          </p:nvPr>
        </p:nvSpPr>
        <p:spPr>
          <a:xfrm>
            <a:off x="9323984" y="4589456"/>
            <a:ext cx="3864786" cy="4440529"/>
          </a:xfrm>
        </p:spPr>
        <p:txBody>
          <a:bodyPr anchor="t">
            <a:normAutofit/>
          </a:bodyPr>
          <a:lstStyle>
            <a:lvl1pPr marL="0" indent="0" algn="ctr">
              <a:buNone/>
              <a:defRPr sz="2183"/>
            </a:lvl1pPr>
            <a:lvl2pPr marL="712866" indent="0">
              <a:buNone/>
              <a:defRPr sz="1871"/>
            </a:lvl2pPr>
            <a:lvl3pPr marL="1425732" indent="0">
              <a:buNone/>
              <a:defRPr sz="1559"/>
            </a:lvl3pPr>
            <a:lvl4pPr marL="2138599" indent="0">
              <a:buNone/>
              <a:defRPr sz="1403"/>
            </a:lvl4pPr>
            <a:lvl5pPr marL="2851465" indent="0">
              <a:buNone/>
              <a:defRPr sz="1403"/>
            </a:lvl5pPr>
            <a:lvl6pPr marL="3564331" indent="0">
              <a:buNone/>
              <a:defRPr sz="1403"/>
            </a:lvl6pPr>
            <a:lvl7pPr marL="4277197" indent="0">
              <a:buNone/>
              <a:defRPr sz="1403"/>
            </a:lvl7pPr>
            <a:lvl8pPr marL="4990064" indent="0">
              <a:buNone/>
              <a:defRPr sz="1403"/>
            </a:lvl8pPr>
            <a:lvl9pPr marL="5702930" indent="0">
              <a:buNone/>
              <a:defRPr sz="1403"/>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1D8BD707-D9CF-40AE-B4C6-C98DA3205C09}"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151732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أعمدة صور">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30" name="Title 1"/>
          <p:cNvSpPr>
            <a:spLocks noGrp="1"/>
          </p:cNvSpPr>
          <p:nvPr>
            <p:ph type="title"/>
          </p:nvPr>
        </p:nvSpPr>
        <p:spPr>
          <a:xfrm>
            <a:off x="1068570" y="952352"/>
            <a:ext cx="12120201" cy="2500930"/>
          </a:xfrm>
        </p:spPr>
        <p:txBody>
          <a:bodyPr/>
          <a:lstStyle/>
          <a:p>
            <a:r>
              <a:rPr lang="ar-SA"/>
              <a:t>انقر لتحرير نمط عنوان الشكل الرئيسي</a:t>
            </a:r>
            <a:endParaRPr lang="en-US" dirty="0"/>
          </a:p>
        </p:txBody>
      </p:sp>
      <p:sp>
        <p:nvSpPr>
          <p:cNvPr id="19" name="Text Placeholder 2"/>
          <p:cNvSpPr>
            <a:spLocks noGrp="1"/>
          </p:cNvSpPr>
          <p:nvPr>
            <p:ph type="body" idx="1"/>
          </p:nvPr>
        </p:nvSpPr>
        <p:spPr>
          <a:xfrm>
            <a:off x="1068570" y="6556404"/>
            <a:ext cx="3854825" cy="898542"/>
          </a:xfrm>
        </p:spPr>
        <p:txBody>
          <a:bodyPr anchor="b">
            <a:noAutofit/>
          </a:bodyPr>
          <a:lstStyle>
            <a:lvl1pPr marL="0" indent="0" algn="ctr">
              <a:lnSpc>
                <a:spcPct val="75000"/>
              </a:lnSpc>
              <a:buNone/>
              <a:defRPr sz="3430"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20" name="Picture Placeholder 2"/>
          <p:cNvSpPr>
            <a:spLocks noGrp="1" noChangeAspect="1"/>
          </p:cNvSpPr>
          <p:nvPr>
            <p:ph type="pic" idx="15"/>
          </p:nvPr>
        </p:nvSpPr>
        <p:spPr>
          <a:xfrm>
            <a:off x="1068570" y="3690912"/>
            <a:ext cx="3854825" cy="2376311"/>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95"/>
            </a:lvl1pPr>
            <a:lvl2pPr marL="712866" indent="0">
              <a:buNone/>
              <a:defRPr sz="2495"/>
            </a:lvl2pPr>
            <a:lvl3pPr marL="1425732" indent="0">
              <a:buNone/>
              <a:defRPr sz="2495"/>
            </a:lvl3pPr>
            <a:lvl4pPr marL="2138599" indent="0">
              <a:buNone/>
              <a:defRPr sz="2495"/>
            </a:lvl4pPr>
            <a:lvl5pPr marL="2851465" indent="0">
              <a:buNone/>
              <a:defRPr sz="2495"/>
            </a:lvl5pPr>
            <a:lvl6pPr marL="3564331" indent="0">
              <a:buNone/>
              <a:defRPr sz="2495"/>
            </a:lvl6pPr>
            <a:lvl7pPr marL="4277197" indent="0">
              <a:buNone/>
              <a:defRPr sz="2495"/>
            </a:lvl7pPr>
            <a:lvl8pPr marL="4990064" indent="0">
              <a:buNone/>
              <a:defRPr sz="2495"/>
            </a:lvl8pPr>
            <a:lvl9pPr marL="5702930" indent="0">
              <a:buNone/>
              <a:defRPr sz="2495"/>
            </a:lvl9pPr>
          </a:lstStyle>
          <a:p>
            <a:r>
              <a:rPr lang="ar-SA"/>
              <a:t>انقر فوق الأيقونة لإضافة صورة</a:t>
            </a:r>
            <a:endParaRPr lang="en-US" dirty="0"/>
          </a:p>
        </p:txBody>
      </p:sp>
      <p:sp>
        <p:nvSpPr>
          <p:cNvPr id="21" name="Text Placeholder 3"/>
          <p:cNvSpPr>
            <a:spLocks noGrp="1"/>
          </p:cNvSpPr>
          <p:nvPr>
            <p:ph type="body" sz="half" idx="18"/>
          </p:nvPr>
        </p:nvSpPr>
        <p:spPr>
          <a:xfrm>
            <a:off x="1068570" y="7454946"/>
            <a:ext cx="3854825" cy="1575036"/>
          </a:xfrm>
        </p:spPr>
        <p:txBody>
          <a:bodyPr anchor="t">
            <a:normAutofit/>
          </a:bodyPr>
          <a:lstStyle>
            <a:lvl1pPr marL="0" indent="0" algn="ctr">
              <a:buNone/>
              <a:defRPr sz="2183"/>
            </a:lvl1pPr>
            <a:lvl2pPr marL="712866" indent="0">
              <a:buNone/>
              <a:defRPr sz="1871"/>
            </a:lvl2pPr>
            <a:lvl3pPr marL="1425732" indent="0">
              <a:buNone/>
              <a:defRPr sz="1559"/>
            </a:lvl3pPr>
            <a:lvl4pPr marL="2138599" indent="0">
              <a:buNone/>
              <a:defRPr sz="1403"/>
            </a:lvl4pPr>
            <a:lvl5pPr marL="2851465" indent="0">
              <a:buNone/>
              <a:defRPr sz="1403"/>
            </a:lvl5pPr>
            <a:lvl6pPr marL="3564331" indent="0">
              <a:buNone/>
              <a:defRPr sz="1403"/>
            </a:lvl6pPr>
            <a:lvl7pPr marL="4277197" indent="0">
              <a:buNone/>
              <a:defRPr sz="1403"/>
            </a:lvl7pPr>
            <a:lvl8pPr marL="4990064" indent="0">
              <a:buNone/>
              <a:defRPr sz="1403"/>
            </a:lvl8pPr>
            <a:lvl9pPr marL="5702930" indent="0">
              <a:buNone/>
              <a:defRPr sz="1403"/>
            </a:lvl9pPr>
          </a:lstStyle>
          <a:p>
            <a:pPr lvl="0"/>
            <a:r>
              <a:rPr lang="ar-SA"/>
              <a:t>انقر لتحرير أنماط نص الشكل الرئيسي</a:t>
            </a:r>
          </a:p>
        </p:txBody>
      </p:sp>
      <p:sp>
        <p:nvSpPr>
          <p:cNvPr id="22" name="Text Placeholder 4"/>
          <p:cNvSpPr>
            <a:spLocks noGrp="1"/>
          </p:cNvSpPr>
          <p:nvPr>
            <p:ph type="body" sz="quarter" idx="3"/>
          </p:nvPr>
        </p:nvSpPr>
        <p:spPr>
          <a:xfrm>
            <a:off x="5195368" y="6556404"/>
            <a:ext cx="3861161" cy="898542"/>
          </a:xfrm>
        </p:spPr>
        <p:txBody>
          <a:bodyPr anchor="b">
            <a:noAutofit/>
          </a:bodyPr>
          <a:lstStyle>
            <a:lvl1pPr marL="0" indent="0" algn="ctr">
              <a:lnSpc>
                <a:spcPct val="75000"/>
              </a:lnSpc>
              <a:buNone/>
              <a:defRPr sz="3430"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23" name="Picture Placeholder 2"/>
          <p:cNvSpPr>
            <a:spLocks noGrp="1" noChangeAspect="1"/>
          </p:cNvSpPr>
          <p:nvPr>
            <p:ph type="pic" idx="21"/>
          </p:nvPr>
        </p:nvSpPr>
        <p:spPr>
          <a:xfrm>
            <a:off x="5193717" y="3690912"/>
            <a:ext cx="3862943" cy="2376311"/>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95"/>
            </a:lvl1pPr>
            <a:lvl2pPr marL="712866" indent="0">
              <a:buNone/>
              <a:defRPr sz="2495"/>
            </a:lvl2pPr>
            <a:lvl3pPr marL="1425732" indent="0">
              <a:buNone/>
              <a:defRPr sz="2495"/>
            </a:lvl3pPr>
            <a:lvl4pPr marL="2138599" indent="0">
              <a:buNone/>
              <a:defRPr sz="2495"/>
            </a:lvl4pPr>
            <a:lvl5pPr marL="2851465" indent="0">
              <a:buNone/>
              <a:defRPr sz="2495"/>
            </a:lvl5pPr>
            <a:lvl6pPr marL="3564331" indent="0">
              <a:buNone/>
              <a:defRPr sz="2495"/>
            </a:lvl6pPr>
            <a:lvl7pPr marL="4277197" indent="0">
              <a:buNone/>
              <a:defRPr sz="2495"/>
            </a:lvl7pPr>
            <a:lvl8pPr marL="4990064" indent="0">
              <a:buNone/>
              <a:defRPr sz="2495"/>
            </a:lvl8pPr>
            <a:lvl9pPr marL="5702930" indent="0">
              <a:buNone/>
              <a:defRPr sz="2495"/>
            </a:lvl9pPr>
          </a:lstStyle>
          <a:p>
            <a:r>
              <a:rPr lang="ar-SA"/>
              <a:t>انقر فوق الأيقونة لإضافة صورة</a:t>
            </a:r>
            <a:endParaRPr lang="en-US" dirty="0"/>
          </a:p>
        </p:txBody>
      </p:sp>
      <p:sp>
        <p:nvSpPr>
          <p:cNvPr id="24" name="Text Placeholder 3"/>
          <p:cNvSpPr>
            <a:spLocks noGrp="1"/>
          </p:cNvSpPr>
          <p:nvPr>
            <p:ph type="body" sz="half" idx="19"/>
          </p:nvPr>
        </p:nvSpPr>
        <p:spPr>
          <a:xfrm>
            <a:off x="5193717" y="7454946"/>
            <a:ext cx="3862943" cy="1575037"/>
          </a:xfrm>
        </p:spPr>
        <p:txBody>
          <a:bodyPr anchor="t">
            <a:normAutofit/>
          </a:bodyPr>
          <a:lstStyle>
            <a:lvl1pPr marL="0" indent="0" algn="ctr">
              <a:buNone/>
              <a:defRPr sz="2183"/>
            </a:lvl1pPr>
            <a:lvl2pPr marL="712866" indent="0">
              <a:buNone/>
              <a:defRPr sz="1871"/>
            </a:lvl2pPr>
            <a:lvl3pPr marL="1425732" indent="0">
              <a:buNone/>
              <a:defRPr sz="1559"/>
            </a:lvl3pPr>
            <a:lvl4pPr marL="2138599" indent="0">
              <a:buNone/>
              <a:defRPr sz="1403"/>
            </a:lvl4pPr>
            <a:lvl5pPr marL="2851465" indent="0">
              <a:buNone/>
              <a:defRPr sz="1403"/>
            </a:lvl5pPr>
            <a:lvl6pPr marL="3564331" indent="0">
              <a:buNone/>
              <a:defRPr sz="1403"/>
            </a:lvl6pPr>
            <a:lvl7pPr marL="4277197" indent="0">
              <a:buNone/>
              <a:defRPr sz="1403"/>
            </a:lvl7pPr>
            <a:lvl8pPr marL="4990064" indent="0">
              <a:buNone/>
              <a:defRPr sz="1403"/>
            </a:lvl8pPr>
            <a:lvl9pPr marL="5702930" indent="0">
              <a:buNone/>
              <a:defRPr sz="1403"/>
            </a:lvl9pPr>
          </a:lstStyle>
          <a:p>
            <a:pPr lvl="0"/>
            <a:r>
              <a:rPr lang="ar-SA"/>
              <a:t>انقر لتحرير أنماط نص الشكل الرئيسي</a:t>
            </a:r>
          </a:p>
        </p:txBody>
      </p:sp>
      <p:sp>
        <p:nvSpPr>
          <p:cNvPr id="25" name="Text Placeholder 4"/>
          <p:cNvSpPr>
            <a:spLocks noGrp="1"/>
          </p:cNvSpPr>
          <p:nvPr>
            <p:ph type="body" sz="quarter" idx="13"/>
          </p:nvPr>
        </p:nvSpPr>
        <p:spPr>
          <a:xfrm>
            <a:off x="9323985" y="6556404"/>
            <a:ext cx="3859820" cy="898542"/>
          </a:xfrm>
        </p:spPr>
        <p:txBody>
          <a:bodyPr anchor="b">
            <a:noAutofit/>
          </a:bodyPr>
          <a:lstStyle>
            <a:lvl1pPr marL="0" indent="0" algn="ctr">
              <a:lnSpc>
                <a:spcPct val="75000"/>
              </a:lnSpc>
              <a:buNone/>
              <a:defRPr sz="3430" b="0">
                <a:solidFill>
                  <a:schemeClr val="tx1"/>
                </a:solidFill>
              </a:defRPr>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ar-SA"/>
              <a:t>انقر لتحرير أنماط نص الشكل الرئيسي</a:t>
            </a:r>
          </a:p>
        </p:txBody>
      </p:sp>
      <p:sp>
        <p:nvSpPr>
          <p:cNvPr id="26" name="Picture Placeholder 2"/>
          <p:cNvSpPr>
            <a:spLocks noGrp="1" noChangeAspect="1"/>
          </p:cNvSpPr>
          <p:nvPr>
            <p:ph type="pic" idx="22"/>
          </p:nvPr>
        </p:nvSpPr>
        <p:spPr>
          <a:xfrm>
            <a:off x="9323984" y="3690912"/>
            <a:ext cx="3864786" cy="2376311"/>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95"/>
            </a:lvl1pPr>
            <a:lvl2pPr marL="712866" indent="0">
              <a:buNone/>
              <a:defRPr sz="2495"/>
            </a:lvl2pPr>
            <a:lvl3pPr marL="1425732" indent="0">
              <a:buNone/>
              <a:defRPr sz="2495"/>
            </a:lvl3pPr>
            <a:lvl4pPr marL="2138599" indent="0">
              <a:buNone/>
              <a:defRPr sz="2495"/>
            </a:lvl4pPr>
            <a:lvl5pPr marL="2851465" indent="0">
              <a:buNone/>
              <a:defRPr sz="2495"/>
            </a:lvl5pPr>
            <a:lvl6pPr marL="3564331" indent="0">
              <a:buNone/>
              <a:defRPr sz="2495"/>
            </a:lvl6pPr>
            <a:lvl7pPr marL="4277197" indent="0">
              <a:buNone/>
              <a:defRPr sz="2495"/>
            </a:lvl7pPr>
            <a:lvl8pPr marL="4990064" indent="0">
              <a:buNone/>
              <a:defRPr sz="2495"/>
            </a:lvl8pPr>
            <a:lvl9pPr marL="5702930" indent="0">
              <a:buNone/>
              <a:defRPr sz="2495"/>
            </a:lvl9pPr>
          </a:lstStyle>
          <a:p>
            <a:r>
              <a:rPr lang="ar-SA"/>
              <a:t>انقر فوق الأيقونة لإضافة صورة</a:t>
            </a:r>
            <a:endParaRPr lang="en-US" dirty="0"/>
          </a:p>
        </p:txBody>
      </p:sp>
      <p:sp>
        <p:nvSpPr>
          <p:cNvPr id="27" name="Text Placeholder 3"/>
          <p:cNvSpPr>
            <a:spLocks noGrp="1"/>
          </p:cNvSpPr>
          <p:nvPr>
            <p:ph type="body" sz="half" idx="20"/>
          </p:nvPr>
        </p:nvSpPr>
        <p:spPr>
          <a:xfrm>
            <a:off x="9323838" y="7454942"/>
            <a:ext cx="3864933" cy="1575041"/>
          </a:xfrm>
        </p:spPr>
        <p:txBody>
          <a:bodyPr anchor="t">
            <a:normAutofit/>
          </a:bodyPr>
          <a:lstStyle>
            <a:lvl1pPr marL="0" indent="0" algn="ctr">
              <a:buNone/>
              <a:defRPr sz="2183"/>
            </a:lvl1pPr>
            <a:lvl2pPr marL="712866" indent="0">
              <a:buNone/>
              <a:defRPr sz="1871"/>
            </a:lvl2pPr>
            <a:lvl3pPr marL="1425732" indent="0">
              <a:buNone/>
              <a:defRPr sz="1559"/>
            </a:lvl3pPr>
            <a:lvl4pPr marL="2138599" indent="0">
              <a:buNone/>
              <a:defRPr sz="1403"/>
            </a:lvl4pPr>
            <a:lvl5pPr marL="2851465" indent="0">
              <a:buNone/>
              <a:defRPr sz="1403"/>
            </a:lvl5pPr>
            <a:lvl6pPr marL="3564331" indent="0">
              <a:buNone/>
              <a:defRPr sz="1403"/>
            </a:lvl6pPr>
            <a:lvl7pPr marL="4277197" indent="0">
              <a:buNone/>
              <a:defRPr sz="1403"/>
            </a:lvl7pPr>
            <a:lvl8pPr marL="4990064" indent="0">
              <a:buNone/>
              <a:defRPr sz="1403"/>
            </a:lvl8pPr>
            <a:lvl9pPr marL="5702930" indent="0">
              <a:buNone/>
              <a:defRPr sz="1403"/>
            </a:lvl9pPr>
          </a:lstStyle>
          <a:p>
            <a:pPr lvl="0"/>
            <a:r>
              <a:rPr lang="ar-SA"/>
              <a:t>انقر لتحرير أنماط نص الشكل الرئيسي</a:t>
            </a:r>
          </a:p>
        </p:txBody>
      </p:sp>
      <p:sp>
        <p:nvSpPr>
          <p:cNvPr id="3" name="Date Placeholder 2"/>
          <p:cNvSpPr>
            <a:spLocks noGrp="1"/>
          </p:cNvSpPr>
          <p:nvPr>
            <p:ph type="dt" sz="half" idx="10"/>
          </p:nvPr>
        </p:nvSpPr>
        <p:spPr/>
        <p:txBody>
          <a:bodyPr/>
          <a:lstStyle/>
          <a:p>
            <a:fld id="{1D8BD707-D9CF-40AE-B4C6-C98DA3205C09}"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59983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Title 1"/>
          <p:cNvSpPr>
            <a:spLocks noGrp="1"/>
          </p:cNvSpPr>
          <p:nvPr>
            <p:ph type="title"/>
          </p:nvPr>
        </p:nvSpPr>
        <p:spPr/>
        <p:txBody>
          <a:bodyPr/>
          <a:lstStyle/>
          <a:p>
            <a:r>
              <a:rPr lang="ar-SA"/>
              <a:t>انقر لتحرير نمط عنوان الشكل الرئيسي</a:t>
            </a:r>
            <a:endParaRPr lang="en-US" dirty="0"/>
          </a:p>
        </p:txBody>
      </p:sp>
      <p:sp>
        <p:nvSpPr>
          <p:cNvPr id="11" name="Vertical Text Placeholder 2"/>
          <p:cNvSpPr>
            <a:spLocks noGrp="1"/>
          </p:cNvSpPr>
          <p:nvPr>
            <p:ph type="body" orient="vert" sz="quarter" idx="13"/>
          </p:nvPr>
        </p:nvSpPr>
        <p:spPr>
          <a:xfrm>
            <a:off x="1068570" y="3690914"/>
            <a:ext cx="12120201" cy="5339071"/>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06383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4257338" cy="10693400"/>
          </a:xfrm>
          <a:prstGeom prst="rect">
            <a:avLst/>
          </a:prstGeom>
        </p:spPr>
      </p:pic>
      <p:sp>
        <p:nvSpPr>
          <p:cNvPr id="2" name="Vertical Title 1"/>
          <p:cNvSpPr>
            <a:spLocks noGrp="1"/>
          </p:cNvSpPr>
          <p:nvPr>
            <p:ph type="title" orient="vert"/>
          </p:nvPr>
        </p:nvSpPr>
        <p:spPr>
          <a:xfrm>
            <a:off x="10202908" y="950528"/>
            <a:ext cx="2985863" cy="8079456"/>
          </a:xfrm>
        </p:spPr>
        <p:txBody>
          <a:bodyPr vert="eaVert"/>
          <a:lstStyle>
            <a:lvl1pPr algn="l">
              <a:defRPr/>
            </a:lvl1pPr>
          </a:lstStyle>
          <a:p>
            <a:r>
              <a:rPr lang="ar-SA"/>
              <a:t>انقر لتحرير نمط عنوان الشكل الرئيسي</a:t>
            </a:r>
            <a:endParaRPr lang="en-US" dirty="0"/>
          </a:p>
        </p:txBody>
      </p:sp>
      <p:sp>
        <p:nvSpPr>
          <p:cNvPr id="8" name="Vertical Text Placeholder 2"/>
          <p:cNvSpPr>
            <a:spLocks noGrp="1"/>
          </p:cNvSpPr>
          <p:nvPr>
            <p:ph type="body" orient="vert" sz="quarter" idx="13"/>
          </p:nvPr>
        </p:nvSpPr>
        <p:spPr>
          <a:xfrm>
            <a:off x="1068570" y="950528"/>
            <a:ext cx="8956120" cy="8079456"/>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9031983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60457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2" y="-1"/>
            <a:ext cx="14257341" cy="1069340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1068571" y="964431"/>
            <a:ext cx="12120200" cy="2488854"/>
          </a:xfrm>
          <a:prstGeom prst="rect">
            <a:avLst/>
          </a:prstGeom>
        </p:spPr>
        <p:txBody>
          <a:bodyPr vert="horz" lIns="91440" tIns="45720" rIns="91440" bIns="45720" rtlCol="0" anchor="ctr">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1068570" y="3690914"/>
            <a:ext cx="12120201" cy="5339071"/>
          </a:xfrm>
          <a:prstGeom prst="rect">
            <a:avLst/>
          </a:prstGeom>
        </p:spPr>
        <p:txBody>
          <a:bodyPr vert="horz" lIns="91440" tIns="45720" rIns="91440" bIns="45720" rtlCol="0">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8979524" y="9173553"/>
            <a:ext cx="3207901" cy="569325"/>
          </a:xfrm>
          <a:prstGeom prst="rect">
            <a:avLst/>
          </a:prstGeom>
        </p:spPr>
        <p:txBody>
          <a:bodyPr vert="horz" lIns="91440" tIns="45720" rIns="91440" bIns="45720" rtlCol="0" anchor="ctr"/>
          <a:lstStyle>
            <a:lvl1pPr algn="r">
              <a:defRPr sz="1559">
                <a:solidFill>
                  <a:schemeClr val="tx1"/>
                </a:solidFill>
              </a:defRPr>
            </a:lvl1pPr>
          </a:lstStyle>
          <a:p>
            <a:fld id="{1D8BD707-D9CF-40AE-B4C6-C98DA3205C09}" type="datetimeFigureOut">
              <a:rPr lang="en-US" smtClean="0"/>
              <a:t>11/17/2025</a:t>
            </a:fld>
            <a:endParaRPr lang="en-US"/>
          </a:p>
        </p:txBody>
      </p:sp>
      <p:sp>
        <p:nvSpPr>
          <p:cNvPr id="5" name="Footer Placeholder 4"/>
          <p:cNvSpPr>
            <a:spLocks noGrp="1"/>
          </p:cNvSpPr>
          <p:nvPr>
            <p:ph type="ftr" sz="quarter" idx="3"/>
          </p:nvPr>
        </p:nvSpPr>
        <p:spPr>
          <a:xfrm>
            <a:off x="1068570" y="9173553"/>
            <a:ext cx="7803281" cy="569325"/>
          </a:xfrm>
          <a:prstGeom prst="rect">
            <a:avLst/>
          </a:prstGeom>
        </p:spPr>
        <p:txBody>
          <a:bodyPr vert="horz" lIns="91440" tIns="45720" rIns="91440" bIns="45720" rtlCol="0" anchor="ctr"/>
          <a:lstStyle>
            <a:lvl1pPr algn="l">
              <a:defRPr sz="1559">
                <a:solidFill>
                  <a:schemeClr val="tx1"/>
                </a:solidFill>
              </a:defRPr>
            </a:lvl1pPr>
          </a:lstStyle>
          <a:p>
            <a:endParaRPr lang="en-US"/>
          </a:p>
        </p:txBody>
      </p:sp>
      <p:sp>
        <p:nvSpPr>
          <p:cNvPr id="6" name="Slide Number Placeholder 5"/>
          <p:cNvSpPr>
            <a:spLocks noGrp="1"/>
          </p:cNvSpPr>
          <p:nvPr>
            <p:ph type="sldNum" sz="quarter" idx="4"/>
          </p:nvPr>
        </p:nvSpPr>
        <p:spPr>
          <a:xfrm>
            <a:off x="12295098" y="9173553"/>
            <a:ext cx="893673" cy="569325"/>
          </a:xfrm>
          <a:prstGeom prst="rect">
            <a:avLst/>
          </a:prstGeom>
        </p:spPr>
        <p:txBody>
          <a:bodyPr vert="horz" lIns="91440" tIns="45720" rIns="91440" bIns="45720" rtlCol="0" anchor="ctr"/>
          <a:lstStyle>
            <a:lvl1pPr algn="r">
              <a:defRPr sz="1559">
                <a:solidFill>
                  <a:schemeClr val="tx1"/>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602584832"/>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Lst>
  <p:txStyles>
    <p:titleStyle>
      <a:lvl1pPr algn="ctr" defTabSz="1425732" rtl="0" eaLnBrk="1" latinLnBrk="0" hangingPunct="1">
        <a:lnSpc>
          <a:spcPct val="90000"/>
        </a:lnSpc>
        <a:spcBef>
          <a:spcPct val="0"/>
        </a:spcBef>
        <a:buNone/>
        <a:defRPr sz="5613" kern="1200" cap="all" baseline="0">
          <a:solidFill>
            <a:schemeClr val="tx1"/>
          </a:solidFill>
          <a:effectLst/>
          <a:latin typeface="+mj-lt"/>
          <a:ea typeface="+mj-ea"/>
          <a:cs typeface="+mj-cs"/>
        </a:defRPr>
      </a:lvl1pPr>
    </p:titleStyle>
    <p:bodyStyle>
      <a:lvl1pPr marL="356433" indent="-356433" algn="l" defTabSz="1425732" rtl="0" eaLnBrk="1" latinLnBrk="0" hangingPunct="1">
        <a:lnSpc>
          <a:spcPct val="120000"/>
        </a:lnSpc>
        <a:spcBef>
          <a:spcPts val="1559"/>
        </a:spcBef>
        <a:buClr>
          <a:schemeClr val="tx1"/>
        </a:buClr>
        <a:buFont typeface="Arial" panose="020B0604020202020204" pitchFamily="34" charset="0"/>
        <a:buChar char="•"/>
        <a:defRPr sz="3118" kern="1200" cap="all" baseline="0">
          <a:solidFill>
            <a:schemeClr val="tx1"/>
          </a:solidFill>
          <a:effectLst/>
          <a:latin typeface="+mn-lt"/>
          <a:ea typeface="+mn-ea"/>
          <a:cs typeface="+mn-cs"/>
        </a:defRPr>
      </a:lvl1pPr>
      <a:lvl2pPr marL="1069299" indent="-356433" algn="l" defTabSz="1425732" rtl="0" eaLnBrk="1" latinLnBrk="0" hangingPunct="1">
        <a:lnSpc>
          <a:spcPct val="120000"/>
        </a:lnSpc>
        <a:spcBef>
          <a:spcPts val="780"/>
        </a:spcBef>
        <a:buClr>
          <a:schemeClr val="tx1"/>
        </a:buClr>
        <a:buFont typeface="Arial" panose="020B0604020202020204" pitchFamily="34" charset="0"/>
        <a:buChar char="•"/>
        <a:defRPr sz="2807" kern="1200" cap="all" baseline="0">
          <a:solidFill>
            <a:schemeClr val="tx1"/>
          </a:solidFill>
          <a:effectLst/>
          <a:latin typeface="+mn-lt"/>
          <a:ea typeface="+mn-ea"/>
          <a:cs typeface="+mn-cs"/>
        </a:defRPr>
      </a:lvl2pPr>
      <a:lvl3pPr marL="1782166" indent="-356433" algn="l" defTabSz="1425732" rtl="0" eaLnBrk="1" latinLnBrk="0" hangingPunct="1">
        <a:lnSpc>
          <a:spcPct val="120000"/>
        </a:lnSpc>
        <a:spcBef>
          <a:spcPts val="780"/>
        </a:spcBef>
        <a:buClr>
          <a:schemeClr val="tx1"/>
        </a:buClr>
        <a:buFont typeface="Arial" panose="020B0604020202020204" pitchFamily="34" charset="0"/>
        <a:buChar char="•"/>
        <a:defRPr sz="2495" kern="1200" cap="all" baseline="0">
          <a:solidFill>
            <a:schemeClr val="tx1"/>
          </a:solidFill>
          <a:effectLst/>
          <a:latin typeface="+mn-lt"/>
          <a:ea typeface="+mn-ea"/>
          <a:cs typeface="+mn-cs"/>
        </a:defRPr>
      </a:lvl3pPr>
      <a:lvl4pPr marL="2495032" indent="-356433" algn="l" defTabSz="1425732" rtl="0" eaLnBrk="1" latinLnBrk="0" hangingPunct="1">
        <a:lnSpc>
          <a:spcPct val="120000"/>
        </a:lnSpc>
        <a:spcBef>
          <a:spcPts val="780"/>
        </a:spcBef>
        <a:buClr>
          <a:schemeClr val="tx1"/>
        </a:buClr>
        <a:buFont typeface="Arial" panose="020B0604020202020204" pitchFamily="34" charset="0"/>
        <a:buChar char="•"/>
        <a:defRPr sz="2183" kern="1200" cap="all" baseline="0">
          <a:solidFill>
            <a:schemeClr val="tx1"/>
          </a:solidFill>
          <a:effectLst/>
          <a:latin typeface="+mn-lt"/>
          <a:ea typeface="+mn-ea"/>
          <a:cs typeface="+mn-cs"/>
        </a:defRPr>
      </a:lvl4pPr>
      <a:lvl5pPr marL="3207898" indent="-356433" algn="l" defTabSz="1425732" rtl="0" eaLnBrk="1" latinLnBrk="0" hangingPunct="1">
        <a:lnSpc>
          <a:spcPct val="120000"/>
        </a:lnSpc>
        <a:spcBef>
          <a:spcPts val="780"/>
        </a:spcBef>
        <a:buClr>
          <a:schemeClr val="tx1"/>
        </a:buClr>
        <a:buFont typeface="Arial" panose="020B0604020202020204" pitchFamily="34" charset="0"/>
        <a:buChar char="•"/>
        <a:defRPr sz="2183" kern="1200" cap="all" baseline="0">
          <a:solidFill>
            <a:schemeClr val="tx1"/>
          </a:solidFill>
          <a:effectLst/>
          <a:latin typeface="+mn-lt"/>
          <a:ea typeface="+mn-ea"/>
          <a:cs typeface="+mn-cs"/>
        </a:defRPr>
      </a:lvl5pPr>
      <a:lvl6pPr marL="3920764" indent="-356433" algn="l" defTabSz="1425732" rtl="0" eaLnBrk="1" latinLnBrk="0" hangingPunct="1">
        <a:lnSpc>
          <a:spcPct val="120000"/>
        </a:lnSpc>
        <a:spcBef>
          <a:spcPts val="780"/>
        </a:spcBef>
        <a:buClr>
          <a:schemeClr val="tx1"/>
        </a:buClr>
        <a:buFont typeface="Arial" panose="020B0604020202020204" pitchFamily="34" charset="0"/>
        <a:buChar char="•"/>
        <a:defRPr sz="2183" kern="1200" cap="all" baseline="0">
          <a:solidFill>
            <a:schemeClr val="tx1"/>
          </a:solidFill>
          <a:effectLst/>
          <a:latin typeface="+mn-lt"/>
          <a:ea typeface="+mn-ea"/>
          <a:cs typeface="+mn-cs"/>
        </a:defRPr>
      </a:lvl6pPr>
      <a:lvl7pPr marL="4633631" indent="-356433" algn="l" defTabSz="1425732" rtl="0" eaLnBrk="1" latinLnBrk="0" hangingPunct="1">
        <a:lnSpc>
          <a:spcPct val="120000"/>
        </a:lnSpc>
        <a:spcBef>
          <a:spcPts val="780"/>
        </a:spcBef>
        <a:buClr>
          <a:schemeClr val="tx1"/>
        </a:buClr>
        <a:buFont typeface="Arial" panose="020B0604020202020204" pitchFamily="34" charset="0"/>
        <a:buChar char="•"/>
        <a:defRPr sz="2183" kern="1200" cap="all" baseline="0">
          <a:solidFill>
            <a:schemeClr val="tx1"/>
          </a:solidFill>
          <a:effectLst/>
          <a:latin typeface="+mn-lt"/>
          <a:ea typeface="+mn-ea"/>
          <a:cs typeface="+mn-cs"/>
        </a:defRPr>
      </a:lvl7pPr>
      <a:lvl8pPr marL="5346497" indent="-356433" algn="l" defTabSz="1425732" rtl="0" eaLnBrk="1" latinLnBrk="0" hangingPunct="1">
        <a:lnSpc>
          <a:spcPct val="120000"/>
        </a:lnSpc>
        <a:spcBef>
          <a:spcPts val="780"/>
        </a:spcBef>
        <a:buClr>
          <a:schemeClr val="tx1"/>
        </a:buClr>
        <a:buFont typeface="Arial" panose="020B0604020202020204" pitchFamily="34" charset="0"/>
        <a:buChar char="•"/>
        <a:defRPr sz="2183" kern="1200" cap="all" baseline="0">
          <a:solidFill>
            <a:schemeClr val="tx1"/>
          </a:solidFill>
          <a:effectLst/>
          <a:latin typeface="+mn-lt"/>
          <a:ea typeface="+mn-ea"/>
          <a:cs typeface="+mn-cs"/>
        </a:defRPr>
      </a:lvl8pPr>
      <a:lvl9pPr marL="6059363" indent="-356433" algn="l" defTabSz="1425732" rtl="0" eaLnBrk="1" latinLnBrk="0" hangingPunct="1">
        <a:lnSpc>
          <a:spcPct val="120000"/>
        </a:lnSpc>
        <a:spcBef>
          <a:spcPts val="780"/>
        </a:spcBef>
        <a:buClr>
          <a:schemeClr val="tx1"/>
        </a:buClr>
        <a:buFont typeface="Arial" panose="020B0604020202020204" pitchFamily="34" charset="0"/>
        <a:buChar char="•"/>
        <a:defRPr sz="2183" kern="1200" cap="all" baseline="0">
          <a:solidFill>
            <a:schemeClr val="tx1"/>
          </a:solidFill>
          <a:effectLst/>
          <a:latin typeface="+mn-lt"/>
          <a:ea typeface="+mn-ea"/>
          <a:cs typeface="+mn-cs"/>
        </a:defRPr>
      </a:lvl9pPr>
    </p:bodyStyle>
    <p:otherStyle>
      <a:defPPr>
        <a:defRPr lang="en-US"/>
      </a:defPPr>
      <a:lvl1pPr marL="0" algn="l" defTabSz="1425732" rtl="0" eaLnBrk="1" latinLnBrk="0" hangingPunct="1">
        <a:defRPr sz="2807" kern="1200">
          <a:solidFill>
            <a:schemeClr val="tx1"/>
          </a:solidFill>
          <a:latin typeface="+mn-lt"/>
          <a:ea typeface="+mn-ea"/>
          <a:cs typeface="+mn-cs"/>
        </a:defRPr>
      </a:lvl1pPr>
      <a:lvl2pPr marL="712866" algn="l" defTabSz="1425732" rtl="0" eaLnBrk="1" latinLnBrk="0" hangingPunct="1">
        <a:defRPr sz="2807" kern="1200">
          <a:solidFill>
            <a:schemeClr val="tx1"/>
          </a:solidFill>
          <a:latin typeface="+mn-lt"/>
          <a:ea typeface="+mn-ea"/>
          <a:cs typeface="+mn-cs"/>
        </a:defRPr>
      </a:lvl2pPr>
      <a:lvl3pPr marL="1425732" algn="l" defTabSz="1425732" rtl="0" eaLnBrk="1" latinLnBrk="0" hangingPunct="1">
        <a:defRPr sz="2807" kern="1200">
          <a:solidFill>
            <a:schemeClr val="tx1"/>
          </a:solidFill>
          <a:latin typeface="+mn-lt"/>
          <a:ea typeface="+mn-ea"/>
          <a:cs typeface="+mn-cs"/>
        </a:defRPr>
      </a:lvl3pPr>
      <a:lvl4pPr marL="2138599" algn="l" defTabSz="1425732" rtl="0" eaLnBrk="1" latinLnBrk="0" hangingPunct="1">
        <a:defRPr sz="2807" kern="1200">
          <a:solidFill>
            <a:schemeClr val="tx1"/>
          </a:solidFill>
          <a:latin typeface="+mn-lt"/>
          <a:ea typeface="+mn-ea"/>
          <a:cs typeface="+mn-cs"/>
        </a:defRPr>
      </a:lvl4pPr>
      <a:lvl5pPr marL="2851465" algn="l" defTabSz="1425732" rtl="0" eaLnBrk="1" latinLnBrk="0" hangingPunct="1">
        <a:defRPr sz="2807" kern="1200">
          <a:solidFill>
            <a:schemeClr val="tx1"/>
          </a:solidFill>
          <a:latin typeface="+mn-lt"/>
          <a:ea typeface="+mn-ea"/>
          <a:cs typeface="+mn-cs"/>
        </a:defRPr>
      </a:lvl5pPr>
      <a:lvl6pPr marL="3564331" algn="l" defTabSz="1425732" rtl="0" eaLnBrk="1" latinLnBrk="0" hangingPunct="1">
        <a:defRPr sz="2807" kern="1200">
          <a:solidFill>
            <a:schemeClr val="tx1"/>
          </a:solidFill>
          <a:latin typeface="+mn-lt"/>
          <a:ea typeface="+mn-ea"/>
          <a:cs typeface="+mn-cs"/>
        </a:defRPr>
      </a:lvl6pPr>
      <a:lvl7pPr marL="4277197" algn="l" defTabSz="1425732" rtl="0" eaLnBrk="1" latinLnBrk="0" hangingPunct="1">
        <a:defRPr sz="2807" kern="1200">
          <a:solidFill>
            <a:schemeClr val="tx1"/>
          </a:solidFill>
          <a:latin typeface="+mn-lt"/>
          <a:ea typeface="+mn-ea"/>
          <a:cs typeface="+mn-cs"/>
        </a:defRPr>
      </a:lvl7pPr>
      <a:lvl8pPr marL="4990064" algn="l" defTabSz="1425732" rtl="0" eaLnBrk="1" latinLnBrk="0" hangingPunct="1">
        <a:defRPr sz="2807" kern="1200">
          <a:solidFill>
            <a:schemeClr val="tx1"/>
          </a:solidFill>
          <a:latin typeface="+mn-lt"/>
          <a:ea typeface="+mn-ea"/>
          <a:cs typeface="+mn-cs"/>
        </a:defRPr>
      </a:lvl8pPr>
      <a:lvl9pPr marL="5702930" algn="l" defTabSz="1425732" rtl="0" eaLnBrk="1" latinLnBrk="0" hangingPunct="1">
        <a:defRPr sz="28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lipkart.com/" TargetMode="External"/><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hyperlink" Target="https://www.flipkart.com/" TargetMode="Externa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4" descr="Computer script on a screen">
            <a:extLst>
              <a:ext uri="{FF2B5EF4-FFF2-40B4-BE49-F238E27FC236}">
                <a16:creationId xmlns:a16="http://schemas.microsoft.com/office/drawing/2014/main" id="{C70FA02E-F655-9B76-944F-35424C894602}"/>
              </a:ext>
            </a:extLst>
          </p:cNvPr>
          <p:cNvPicPr>
            <a:picLocks noChangeAspect="1"/>
          </p:cNvPicPr>
          <p:nvPr/>
        </p:nvPicPr>
        <p:blipFill rotWithShape="1">
          <a:blip r:embed="rId2"/>
          <a:srcRect l="7864" r="47637"/>
          <a:stretch/>
        </p:blipFill>
        <p:spPr>
          <a:xfrm>
            <a:off x="20" y="10"/>
            <a:ext cx="5556174" cy="10693390"/>
          </a:xfrm>
          <a:prstGeom prst="rect">
            <a:avLst/>
          </a:prstGeom>
        </p:spPr>
      </p:pic>
      <p:sp>
        <p:nvSpPr>
          <p:cNvPr id="3" name="object 3"/>
          <p:cNvSpPr txBox="1"/>
          <p:nvPr/>
        </p:nvSpPr>
        <p:spPr>
          <a:xfrm>
            <a:off x="5714187" y="2658668"/>
            <a:ext cx="8534400" cy="5376064"/>
          </a:xfrm>
          <a:prstGeom prst="rect">
            <a:avLst/>
          </a:prstGeom>
        </p:spPr>
        <p:txBody>
          <a:bodyPr vert="horz" lIns="91440" tIns="45720" rIns="91440" bIns="45720" rtlCol="0" anchor="t">
            <a:normAutofit/>
          </a:bodyPr>
          <a:lstStyle/>
          <a:p>
            <a:pPr indent="-228600" algn="ctr" rtl="0">
              <a:lnSpc>
                <a:spcPct val="90000"/>
              </a:lnSpc>
              <a:spcBef>
                <a:spcPts val="142"/>
              </a:spcBef>
              <a:buFont typeface="Arial" panose="020B0604020202020204" pitchFamily="34" charset="0"/>
              <a:buChar char="•"/>
            </a:pPr>
            <a:r>
              <a:rPr lang="en-US" sz="3600" b="1" kern="1200" dirty="0">
                <a:solidFill>
                  <a:schemeClr val="tx1"/>
                </a:solidFill>
                <a:latin typeface="+mn-lt"/>
                <a:ea typeface="+mn-ea"/>
                <a:cs typeface="+mn-cs"/>
              </a:rPr>
              <a:t>SE</a:t>
            </a:r>
            <a:r>
              <a:rPr lang="en-US" sz="3600" b="1" kern="1200" spc="-7" dirty="0">
                <a:solidFill>
                  <a:schemeClr val="tx1"/>
                </a:solidFill>
                <a:latin typeface="+mn-lt"/>
                <a:ea typeface="+mn-ea"/>
                <a:cs typeface="+mn-cs"/>
              </a:rPr>
              <a:t> </a:t>
            </a:r>
            <a:r>
              <a:rPr lang="en-US" sz="3600" b="1" kern="1200" dirty="0">
                <a:solidFill>
                  <a:schemeClr val="tx1"/>
                </a:solidFill>
                <a:latin typeface="+mn-lt"/>
                <a:ea typeface="+mn-ea"/>
                <a:cs typeface="+mn-cs"/>
              </a:rPr>
              <a:t>207 01</a:t>
            </a:r>
            <a:r>
              <a:rPr lang="en-US" sz="3600" b="1" kern="1200" spc="-7" dirty="0">
                <a:solidFill>
                  <a:schemeClr val="tx1"/>
                </a:solidFill>
                <a:latin typeface="+mn-lt"/>
                <a:ea typeface="+mn-ea"/>
                <a:cs typeface="+mn-cs"/>
              </a:rPr>
              <a:t> </a:t>
            </a:r>
            <a:r>
              <a:rPr lang="en-US" sz="3600" b="1" kern="1200" spc="-14" dirty="0">
                <a:solidFill>
                  <a:schemeClr val="tx1"/>
                </a:solidFill>
                <a:latin typeface="+mn-lt"/>
                <a:ea typeface="+mn-ea"/>
                <a:cs typeface="+mn-cs"/>
              </a:rPr>
              <a:t>Human-</a:t>
            </a:r>
            <a:r>
              <a:rPr lang="en-US" sz="3600" b="1" kern="1200" dirty="0">
                <a:solidFill>
                  <a:schemeClr val="tx1"/>
                </a:solidFill>
                <a:latin typeface="+mn-lt"/>
                <a:ea typeface="+mn-ea"/>
                <a:cs typeface="+mn-cs"/>
              </a:rPr>
              <a:t>Computer </a:t>
            </a:r>
            <a:r>
              <a:rPr lang="en-US" sz="3600" b="1" kern="1200" spc="-14" dirty="0">
                <a:solidFill>
                  <a:schemeClr val="tx1"/>
                </a:solidFill>
                <a:latin typeface="+mn-lt"/>
                <a:ea typeface="+mn-ea"/>
                <a:cs typeface="+mn-cs"/>
              </a:rPr>
              <a:t>Interaction</a:t>
            </a:r>
            <a:endParaRPr lang="en-US" sz="3600" kern="1200" dirty="0">
              <a:solidFill>
                <a:schemeClr val="tx1"/>
              </a:solidFill>
              <a:latin typeface="+mn-lt"/>
              <a:ea typeface="+mn-ea"/>
              <a:cs typeface="+mn-cs"/>
            </a:endParaRPr>
          </a:p>
          <a:p>
            <a:pPr marL="2696" indent="-228600" algn="ctr" rtl="0">
              <a:lnSpc>
                <a:spcPct val="90000"/>
              </a:lnSpc>
              <a:spcBef>
                <a:spcPts val="2172"/>
              </a:spcBef>
              <a:buFont typeface="Arial" panose="020B0604020202020204" pitchFamily="34" charset="0"/>
              <a:buChar char="•"/>
            </a:pPr>
            <a:r>
              <a:rPr lang="en-US" sz="3600" b="1" kern="1200" dirty="0">
                <a:solidFill>
                  <a:schemeClr val="tx1"/>
                </a:solidFill>
                <a:latin typeface="+mn-lt"/>
                <a:ea typeface="+mn-ea"/>
                <a:cs typeface="+mn-cs"/>
              </a:rPr>
              <a:t>Gestalt</a:t>
            </a:r>
            <a:r>
              <a:rPr lang="en-US" sz="3600" b="1" kern="1200" spc="-28" dirty="0">
                <a:solidFill>
                  <a:schemeClr val="tx1"/>
                </a:solidFill>
                <a:latin typeface="+mn-lt"/>
                <a:ea typeface="+mn-ea"/>
                <a:cs typeface="+mn-cs"/>
              </a:rPr>
              <a:t> </a:t>
            </a:r>
            <a:r>
              <a:rPr lang="en-US" sz="3600" b="1" kern="1200" dirty="0">
                <a:solidFill>
                  <a:schemeClr val="tx1"/>
                </a:solidFill>
                <a:latin typeface="+mn-lt"/>
                <a:ea typeface="+mn-ea"/>
                <a:cs typeface="+mn-cs"/>
              </a:rPr>
              <a:t>&amp;</a:t>
            </a:r>
            <a:r>
              <a:rPr lang="en-US" sz="3600" b="1" kern="1200" spc="-35" dirty="0">
                <a:solidFill>
                  <a:schemeClr val="tx1"/>
                </a:solidFill>
                <a:latin typeface="+mn-lt"/>
                <a:ea typeface="+mn-ea"/>
                <a:cs typeface="+mn-cs"/>
              </a:rPr>
              <a:t> </a:t>
            </a:r>
            <a:r>
              <a:rPr lang="en-US" sz="3600" b="1" kern="1200" dirty="0">
                <a:solidFill>
                  <a:schemeClr val="tx1"/>
                </a:solidFill>
                <a:latin typeface="+mn-lt"/>
                <a:ea typeface="+mn-ea"/>
                <a:cs typeface="+mn-cs"/>
              </a:rPr>
              <a:t>Parc</a:t>
            </a:r>
            <a:r>
              <a:rPr lang="en-US" sz="3600" b="1" kern="1200" spc="-35" dirty="0">
                <a:solidFill>
                  <a:schemeClr val="tx1"/>
                </a:solidFill>
                <a:latin typeface="+mn-lt"/>
                <a:ea typeface="+mn-ea"/>
                <a:cs typeface="+mn-cs"/>
              </a:rPr>
              <a:t> </a:t>
            </a:r>
            <a:r>
              <a:rPr lang="en-US" sz="3600" b="1" kern="1200" dirty="0">
                <a:solidFill>
                  <a:schemeClr val="tx1"/>
                </a:solidFill>
                <a:latin typeface="+mn-lt"/>
                <a:ea typeface="+mn-ea"/>
                <a:cs typeface="+mn-cs"/>
              </a:rPr>
              <a:t>principles</a:t>
            </a:r>
            <a:r>
              <a:rPr lang="en-US" sz="3600" b="1" kern="1200" spc="-14" dirty="0">
                <a:solidFill>
                  <a:schemeClr val="tx1"/>
                </a:solidFill>
                <a:latin typeface="+mn-lt"/>
                <a:ea typeface="+mn-ea"/>
                <a:cs typeface="+mn-cs"/>
              </a:rPr>
              <a:t> </a:t>
            </a:r>
            <a:r>
              <a:rPr lang="en-US" sz="3600" b="1" kern="1200" spc="-35" dirty="0">
                <a:solidFill>
                  <a:schemeClr val="tx1"/>
                </a:solidFill>
                <a:latin typeface="+mn-lt"/>
                <a:ea typeface="+mn-ea"/>
                <a:cs typeface="+mn-cs"/>
              </a:rPr>
              <a:t>HW</a:t>
            </a:r>
            <a:endParaRPr lang="en-US" sz="3600" kern="1200" dirty="0">
              <a:solidFill>
                <a:schemeClr val="tx1"/>
              </a:solidFill>
              <a:latin typeface="+mn-lt"/>
              <a:ea typeface="+mn-ea"/>
              <a:cs typeface="+mn-cs"/>
            </a:endParaRPr>
          </a:p>
          <a:p>
            <a:pPr indent="-228600" algn="ctr" rtl="0">
              <a:lnSpc>
                <a:spcPct val="90000"/>
              </a:lnSpc>
              <a:spcBef>
                <a:spcPts val="2279"/>
              </a:spcBef>
              <a:buFont typeface="Arial" panose="020B0604020202020204" pitchFamily="34" charset="0"/>
              <a:buChar char="•"/>
            </a:pPr>
            <a:endParaRPr lang="en-US" sz="3600" kern="1200" dirty="0">
              <a:solidFill>
                <a:schemeClr val="tx1"/>
              </a:solidFill>
              <a:latin typeface="+mn-lt"/>
              <a:ea typeface="+mn-ea"/>
              <a:cs typeface="+mn-cs"/>
            </a:endParaRPr>
          </a:p>
          <a:p>
            <a:pPr marL="1072016" marR="1060334" indent="-228600" algn="ctr" rtl="0">
              <a:lnSpc>
                <a:spcPct val="90000"/>
              </a:lnSpc>
              <a:buFont typeface="Arial" panose="020B0604020202020204" pitchFamily="34" charset="0"/>
              <a:buChar char="•"/>
            </a:pPr>
            <a:r>
              <a:rPr lang="en-US" sz="3600" kern="1200" spc="-71" dirty="0">
                <a:solidFill>
                  <a:schemeClr val="tx1"/>
                </a:solidFill>
                <a:latin typeface="+mn-lt"/>
                <a:ea typeface="+mn-ea"/>
                <a:cs typeface="+mn-cs"/>
              </a:rPr>
              <a:t>Meaad</a:t>
            </a:r>
            <a:r>
              <a:rPr lang="en-US" sz="3600" kern="1200" spc="-206" dirty="0">
                <a:solidFill>
                  <a:schemeClr val="tx1"/>
                </a:solidFill>
                <a:latin typeface="+mn-lt"/>
                <a:ea typeface="+mn-ea"/>
                <a:cs typeface="+mn-cs"/>
              </a:rPr>
              <a:t> </a:t>
            </a:r>
            <a:r>
              <a:rPr lang="en-US" sz="3600" kern="1200" spc="-120" dirty="0">
                <a:solidFill>
                  <a:schemeClr val="tx1"/>
                </a:solidFill>
                <a:latin typeface="+mn-lt"/>
                <a:ea typeface="+mn-ea"/>
                <a:cs typeface="+mn-cs"/>
              </a:rPr>
              <a:t>Farag</a:t>
            </a:r>
            <a:r>
              <a:rPr lang="en-US" sz="3600" kern="1200" spc="-191" dirty="0">
                <a:solidFill>
                  <a:schemeClr val="tx1"/>
                </a:solidFill>
                <a:latin typeface="+mn-lt"/>
                <a:ea typeface="+mn-ea"/>
                <a:cs typeface="+mn-cs"/>
              </a:rPr>
              <a:t> </a:t>
            </a:r>
            <a:r>
              <a:rPr lang="en-US" sz="3600" kern="1200" spc="-85" dirty="0">
                <a:solidFill>
                  <a:schemeClr val="tx1"/>
                </a:solidFill>
                <a:latin typeface="+mn-lt"/>
                <a:ea typeface="+mn-ea"/>
                <a:cs typeface="+mn-cs"/>
              </a:rPr>
              <a:t>Bayuosef</a:t>
            </a:r>
            <a:r>
              <a:rPr lang="en-US" sz="3600" kern="1200" spc="-177" dirty="0">
                <a:solidFill>
                  <a:schemeClr val="tx1"/>
                </a:solidFill>
                <a:latin typeface="+mn-lt"/>
                <a:ea typeface="+mn-ea"/>
                <a:cs typeface="+mn-cs"/>
              </a:rPr>
              <a:t> </a:t>
            </a:r>
          </a:p>
          <a:p>
            <a:pPr algn="ctr" rtl="0">
              <a:lnSpc>
                <a:spcPct val="90000"/>
              </a:lnSpc>
            </a:pPr>
            <a:endParaRPr lang="en-US" sz="3600" kern="1200" dirty="0">
              <a:solidFill>
                <a:schemeClr val="tx1"/>
              </a:solidFill>
              <a:latin typeface="+mn-lt"/>
              <a:ea typeface="+mn-ea"/>
              <a:cs typeface="+mn-cs"/>
            </a:endParaRPr>
          </a:p>
          <a:p>
            <a:pPr indent="-228600" algn="ctr" rtl="0">
              <a:lnSpc>
                <a:spcPct val="90000"/>
              </a:lnSpc>
              <a:spcBef>
                <a:spcPts val="694"/>
              </a:spcBef>
              <a:buFont typeface="Arial" panose="020B0604020202020204" pitchFamily="34" charset="0"/>
              <a:buChar char="•"/>
            </a:pPr>
            <a:endParaRPr lang="en-US" sz="3600" kern="1200" dirty="0">
              <a:solidFill>
                <a:schemeClr val="tx1"/>
              </a:solidFill>
              <a:latin typeface="+mn-lt"/>
              <a:ea typeface="+mn-ea"/>
              <a:cs typeface="+mn-cs"/>
            </a:endParaRPr>
          </a:p>
          <a:p>
            <a:pPr marL="1797" indent="-228600" algn="ctr" rtl="0">
              <a:lnSpc>
                <a:spcPct val="90000"/>
              </a:lnSpc>
              <a:buFont typeface="Arial" panose="020B0604020202020204" pitchFamily="34" charset="0"/>
              <a:buChar char="•"/>
            </a:pPr>
            <a:r>
              <a:rPr lang="en-US" sz="3600" b="1" kern="1200" dirty="0">
                <a:solidFill>
                  <a:schemeClr val="tx1"/>
                </a:solidFill>
                <a:latin typeface="+mn-lt"/>
                <a:ea typeface="+mn-ea"/>
                <a:cs typeface="+mn-cs"/>
              </a:rPr>
              <a:t>Examining</a:t>
            </a:r>
            <a:r>
              <a:rPr lang="en-US" sz="3600" b="1" kern="1200" spc="-56" dirty="0">
                <a:solidFill>
                  <a:schemeClr val="tx1"/>
                </a:solidFill>
                <a:latin typeface="+mn-lt"/>
                <a:ea typeface="+mn-ea"/>
                <a:cs typeface="+mn-cs"/>
              </a:rPr>
              <a:t> </a:t>
            </a:r>
            <a:r>
              <a:rPr lang="en-US" sz="3600" b="1" kern="1200" dirty="0">
                <a:solidFill>
                  <a:schemeClr val="tx1"/>
                </a:solidFill>
                <a:latin typeface="+mn-lt"/>
                <a:ea typeface="+mn-ea"/>
                <a:cs typeface="+mn-cs"/>
              </a:rPr>
              <a:t>and</a:t>
            </a:r>
            <a:r>
              <a:rPr lang="en-US" sz="3600" b="1" kern="1200" spc="-50" dirty="0">
                <a:solidFill>
                  <a:schemeClr val="tx1"/>
                </a:solidFill>
                <a:latin typeface="+mn-lt"/>
                <a:ea typeface="+mn-ea"/>
                <a:cs typeface="+mn-cs"/>
              </a:rPr>
              <a:t> </a:t>
            </a:r>
            <a:r>
              <a:rPr lang="en-US" sz="3600" b="1" kern="1200" dirty="0">
                <a:solidFill>
                  <a:schemeClr val="tx1"/>
                </a:solidFill>
                <a:latin typeface="+mn-lt"/>
                <a:ea typeface="+mn-ea"/>
                <a:cs typeface="+mn-cs"/>
              </a:rPr>
              <a:t>Redesigning</a:t>
            </a:r>
            <a:r>
              <a:rPr lang="en-US" sz="3600" b="1" kern="1200" spc="-64" dirty="0">
                <a:solidFill>
                  <a:schemeClr val="tx1"/>
                </a:solidFill>
                <a:latin typeface="+mn-lt"/>
                <a:ea typeface="+mn-ea"/>
                <a:cs typeface="+mn-cs"/>
              </a:rPr>
              <a:t> </a:t>
            </a:r>
            <a:r>
              <a:rPr lang="en-US" sz="3600" b="1" kern="1200" dirty="0">
                <a:solidFill>
                  <a:schemeClr val="tx1"/>
                </a:solidFill>
                <a:latin typeface="+mn-lt"/>
                <a:ea typeface="+mn-ea"/>
                <a:cs typeface="+mn-cs"/>
              </a:rPr>
              <a:t>of</a:t>
            </a:r>
            <a:r>
              <a:rPr lang="en-US" sz="3600" b="1" kern="1200" spc="-21" dirty="0">
                <a:solidFill>
                  <a:schemeClr val="tx1"/>
                </a:solidFill>
                <a:latin typeface="+mn-lt"/>
                <a:ea typeface="+mn-ea"/>
                <a:cs typeface="+mn-cs"/>
              </a:rPr>
              <a:t> </a:t>
            </a:r>
            <a:r>
              <a:rPr lang="en-US" sz="3600" b="1" kern="1200" spc="-14" dirty="0">
                <a:solidFill>
                  <a:schemeClr val="tx1"/>
                </a:solidFill>
                <a:latin typeface="+mn-lt"/>
                <a:ea typeface="+mn-ea"/>
                <a:cs typeface="+mn-cs"/>
              </a:rPr>
              <a:t>website</a:t>
            </a:r>
            <a:endParaRPr lang="en-US" sz="3600" kern="1200" dirty="0">
              <a:solidFill>
                <a:schemeClr val="tx1"/>
              </a:solidFill>
              <a:latin typeface="+mn-lt"/>
              <a:ea typeface="+mn-ea"/>
              <a:cs typeface="+mn-cs"/>
            </a:endParaRPr>
          </a:p>
          <a:p>
            <a:pPr indent="-228600" algn="ctr" rtl="0">
              <a:lnSpc>
                <a:spcPct val="90000"/>
              </a:lnSpc>
              <a:spcBef>
                <a:spcPts val="2271"/>
              </a:spcBef>
              <a:buFont typeface="Arial" panose="020B0604020202020204" pitchFamily="34" charset="0"/>
              <a:buChar char="•"/>
            </a:pPr>
            <a:r>
              <a:rPr lang="en-US" sz="3600" b="1" u="sng" kern="1200" spc="-14" dirty="0">
                <a:solidFill>
                  <a:schemeClr val="tx1"/>
                </a:solidFill>
                <a:uFill>
                  <a:solidFill>
                    <a:srgbClr val="467885"/>
                  </a:solidFill>
                </a:uFill>
                <a:latin typeface="+mn-lt"/>
                <a:ea typeface="+mn-ea"/>
                <a:cs typeface="+mn-cs"/>
                <a:hlinkClick r:id="rId3"/>
              </a:rPr>
              <a:t>https://www.flipkart.com</a:t>
            </a:r>
            <a:endParaRPr lang="en-US" sz="3600" kern="1200" dirty="0">
              <a:solidFill>
                <a:schemeClr val="tx1"/>
              </a:solidFill>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04069" y="774700"/>
            <a:ext cx="13129252" cy="8819048"/>
          </a:xfrm>
          <a:prstGeom prst="rect">
            <a:avLst/>
          </a:prstGeom>
        </p:spPr>
        <p:txBody>
          <a:bodyPr vert="horz" wrap="square" lIns="0" tIns="212057" rIns="0" bIns="0" rtlCol="0">
            <a:spAutoFit/>
          </a:bodyPr>
          <a:lstStyle/>
          <a:p>
            <a:pPr marL="664955" indent="-323492">
              <a:spcBef>
                <a:spcPts val="1670"/>
              </a:spcBef>
              <a:buFont typeface="Wingdings"/>
              <a:buChar char=""/>
              <a:tabLst>
                <a:tab pos="664955" algn="l"/>
              </a:tabLst>
            </a:pPr>
            <a:r>
              <a:rPr sz="2800" b="1" spc="-14" dirty="0">
                <a:latin typeface="Cambria"/>
                <a:cs typeface="Cambria"/>
              </a:rPr>
              <a:t>Introduction:</a:t>
            </a:r>
            <a:endParaRPr sz="2800" dirty="0">
              <a:latin typeface="Cambria"/>
              <a:cs typeface="Cambria"/>
            </a:endParaRPr>
          </a:p>
          <a:p>
            <a:pPr marL="17972" marR="7189">
              <a:spcBef>
                <a:spcPts val="1479"/>
              </a:spcBef>
            </a:pPr>
            <a:r>
              <a:rPr sz="2800" dirty="0">
                <a:latin typeface="Cambria"/>
                <a:cs typeface="Cambria"/>
              </a:rPr>
              <a:t>We</a:t>
            </a:r>
            <a:r>
              <a:rPr sz="2800" spc="-21" dirty="0">
                <a:latin typeface="Cambria"/>
                <a:cs typeface="Cambria"/>
              </a:rPr>
              <a:t> </a:t>
            </a:r>
            <a:r>
              <a:rPr sz="2800" dirty="0">
                <a:latin typeface="Cambria"/>
                <a:cs typeface="Cambria"/>
              </a:rPr>
              <a:t>analyzed</a:t>
            </a:r>
            <a:r>
              <a:rPr sz="2800" spc="-28" dirty="0">
                <a:latin typeface="Cambria"/>
                <a:cs typeface="Cambria"/>
              </a:rPr>
              <a:t> </a:t>
            </a:r>
            <a:r>
              <a:rPr sz="2800" dirty="0">
                <a:latin typeface="Cambria"/>
                <a:cs typeface="Cambria"/>
              </a:rPr>
              <a:t>the</a:t>
            </a:r>
            <a:r>
              <a:rPr sz="2800" spc="-28" dirty="0">
                <a:latin typeface="Cambria"/>
                <a:cs typeface="Cambria"/>
              </a:rPr>
              <a:t> </a:t>
            </a:r>
            <a:r>
              <a:rPr sz="2800" u="sng" spc="-14" dirty="0">
                <a:solidFill>
                  <a:srgbClr val="467885"/>
                </a:solidFill>
                <a:uFill>
                  <a:solidFill>
                    <a:srgbClr val="467885"/>
                  </a:solidFill>
                </a:uFill>
                <a:latin typeface="Cambria"/>
                <a:cs typeface="Cambria"/>
                <a:hlinkClick r:id="rId2"/>
              </a:rPr>
              <a:t>https://www.flipkart.com</a:t>
            </a:r>
            <a:r>
              <a:rPr sz="2800" spc="-7" dirty="0">
                <a:solidFill>
                  <a:srgbClr val="467885"/>
                </a:solidFill>
                <a:latin typeface="Cambria"/>
                <a:cs typeface="Cambria"/>
              </a:rPr>
              <a:t> </a:t>
            </a:r>
            <a:r>
              <a:rPr sz="2800" dirty="0">
                <a:latin typeface="Cambria"/>
                <a:cs typeface="Cambria"/>
              </a:rPr>
              <a:t>website</a:t>
            </a:r>
            <a:r>
              <a:rPr sz="2800" spc="-35" dirty="0">
                <a:latin typeface="Cambria"/>
                <a:cs typeface="Cambria"/>
              </a:rPr>
              <a:t> </a:t>
            </a:r>
            <a:r>
              <a:rPr sz="2800" dirty="0">
                <a:latin typeface="Cambria"/>
                <a:cs typeface="Cambria"/>
              </a:rPr>
              <a:t>and</a:t>
            </a:r>
            <a:r>
              <a:rPr sz="2800" spc="-14" dirty="0">
                <a:latin typeface="Cambria"/>
                <a:cs typeface="Cambria"/>
              </a:rPr>
              <a:t> </a:t>
            </a:r>
            <a:r>
              <a:rPr sz="2800" dirty="0">
                <a:latin typeface="Cambria"/>
                <a:cs typeface="Cambria"/>
              </a:rPr>
              <a:t>found</a:t>
            </a:r>
            <a:r>
              <a:rPr sz="2800" spc="-21" dirty="0">
                <a:latin typeface="Cambria"/>
                <a:cs typeface="Cambria"/>
              </a:rPr>
              <a:t> </a:t>
            </a:r>
            <a:r>
              <a:rPr sz="2800" dirty="0">
                <a:latin typeface="Cambria"/>
                <a:cs typeface="Cambria"/>
              </a:rPr>
              <a:t>some</a:t>
            </a:r>
            <a:r>
              <a:rPr sz="2800" spc="-28" dirty="0">
                <a:latin typeface="Cambria"/>
                <a:cs typeface="Cambria"/>
              </a:rPr>
              <a:t> </a:t>
            </a:r>
            <a:r>
              <a:rPr sz="2800" dirty="0">
                <a:latin typeface="Cambria"/>
                <a:cs typeface="Cambria"/>
              </a:rPr>
              <a:t>design</a:t>
            </a:r>
            <a:r>
              <a:rPr sz="2800" spc="-14" dirty="0">
                <a:latin typeface="Cambria"/>
                <a:cs typeface="Cambria"/>
              </a:rPr>
              <a:t> errors </a:t>
            </a:r>
            <a:r>
              <a:rPr sz="2800" dirty="0">
                <a:latin typeface="Cambria"/>
                <a:cs typeface="Cambria"/>
              </a:rPr>
              <a:t>according</a:t>
            </a:r>
            <a:r>
              <a:rPr sz="2800" spc="-35" dirty="0">
                <a:latin typeface="Cambria"/>
                <a:cs typeface="Cambria"/>
              </a:rPr>
              <a:t> </a:t>
            </a:r>
            <a:r>
              <a:rPr sz="2800" dirty="0">
                <a:latin typeface="Cambria"/>
                <a:cs typeface="Cambria"/>
              </a:rPr>
              <a:t>to</a:t>
            </a:r>
            <a:r>
              <a:rPr sz="2800" spc="-21" dirty="0">
                <a:latin typeface="Cambria"/>
                <a:cs typeface="Cambria"/>
              </a:rPr>
              <a:t> </a:t>
            </a:r>
            <a:r>
              <a:rPr sz="2800" dirty="0">
                <a:latin typeface="Cambria"/>
                <a:cs typeface="Cambria"/>
              </a:rPr>
              <a:t>Gestalt</a:t>
            </a:r>
            <a:r>
              <a:rPr sz="2800" spc="-35" dirty="0">
                <a:latin typeface="Cambria"/>
                <a:cs typeface="Cambria"/>
              </a:rPr>
              <a:t> </a:t>
            </a:r>
            <a:r>
              <a:rPr sz="2800" dirty="0">
                <a:latin typeface="Cambria"/>
                <a:cs typeface="Cambria"/>
              </a:rPr>
              <a:t>&amp;</a:t>
            </a:r>
            <a:r>
              <a:rPr sz="2800" spc="-21" dirty="0">
                <a:latin typeface="Cambria"/>
                <a:cs typeface="Cambria"/>
              </a:rPr>
              <a:t> </a:t>
            </a:r>
            <a:r>
              <a:rPr sz="2800" dirty="0">
                <a:latin typeface="Cambria"/>
                <a:cs typeface="Cambria"/>
              </a:rPr>
              <a:t>Parc</a:t>
            </a:r>
            <a:r>
              <a:rPr sz="2800" spc="-14" dirty="0">
                <a:latin typeface="Cambria"/>
                <a:cs typeface="Cambria"/>
              </a:rPr>
              <a:t> </a:t>
            </a:r>
            <a:r>
              <a:rPr sz="2800" dirty="0">
                <a:latin typeface="Cambria"/>
                <a:cs typeface="Cambria"/>
              </a:rPr>
              <a:t>principles</a:t>
            </a:r>
            <a:r>
              <a:rPr sz="2800" spc="-28" dirty="0">
                <a:latin typeface="Cambria"/>
                <a:cs typeface="Cambria"/>
              </a:rPr>
              <a:t> </a:t>
            </a:r>
            <a:r>
              <a:rPr sz="2800" dirty="0">
                <a:latin typeface="Cambria"/>
                <a:cs typeface="Cambria"/>
              </a:rPr>
              <a:t>that</a:t>
            </a:r>
            <a:r>
              <a:rPr sz="2800" spc="-14" dirty="0">
                <a:latin typeface="Cambria"/>
                <a:cs typeface="Cambria"/>
              </a:rPr>
              <a:t> </a:t>
            </a:r>
            <a:r>
              <a:rPr sz="2800" dirty="0">
                <a:latin typeface="Cambria"/>
                <a:cs typeface="Cambria"/>
              </a:rPr>
              <a:t>made</a:t>
            </a:r>
            <a:r>
              <a:rPr sz="2800" spc="-43" dirty="0">
                <a:latin typeface="Cambria"/>
                <a:cs typeface="Cambria"/>
              </a:rPr>
              <a:t> </a:t>
            </a:r>
            <a:r>
              <a:rPr sz="2800" dirty="0">
                <a:latin typeface="Cambria"/>
                <a:cs typeface="Cambria"/>
              </a:rPr>
              <a:t>it</a:t>
            </a:r>
            <a:r>
              <a:rPr sz="2800" spc="-14" dirty="0">
                <a:latin typeface="Cambria"/>
                <a:cs typeface="Cambria"/>
              </a:rPr>
              <a:t> </a:t>
            </a:r>
            <a:r>
              <a:rPr sz="2800" dirty="0">
                <a:latin typeface="Cambria"/>
                <a:cs typeface="Cambria"/>
              </a:rPr>
              <a:t>difficult</a:t>
            </a:r>
            <a:r>
              <a:rPr sz="2800" spc="-14" dirty="0">
                <a:latin typeface="Cambria"/>
                <a:cs typeface="Cambria"/>
              </a:rPr>
              <a:t> </a:t>
            </a:r>
            <a:r>
              <a:rPr sz="2800" dirty="0">
                <a:latin typeface="Cambria"/>
                <a:cs typeface="Cambria"/>
              </a:rPr>
              <a:t>for</a:t>
            </a:r>
            <a:r>
              <a:rPr sz="2800" spc="-28" dirty="0">
                <a:latin typeface="Cambria"/>
                <a:cs typeface="Cambria"/>
              </a:rPr>
              <a:t> </a:t>
            </a:r>
            <a:r>
              <a:rPr sz="2800" dirty="0">
                <a:latin typeface="Cambria"/>
                <a:cs typeface="Cambria"/>
              </a:rPr>
              <a:t>the</a:t>
            </a:r>
            <a:r>
              <a:rPr sz="2800" spc="-35" dirty="0">
                <a:latin typeface="Cambria"/>
                <a:cs typeface="Cambria"/>
              </a:rPr>
              <a:t> </a:t>
            </a:r>
            <a:r>
              <a:rPr sz="2800" dirty="0">
                <a:latin typeface="Cambria"/>
                <a:cs typeface="Cambria"/>
              </a:rPr>
              <a:t>user</a:t>
            </a:r>
            <a:r>
              <a:rPr sz="2800" spc="-35" dirty="0">
                <a:latin typeface="Cambria"/>
                <a:cs typeface="Cambria"/>
              </a:rPr>
              <a:t> </a:t>
            </a:r>
            <a:r>
              <a:rPr sz="2800" dirty="0">
                <a:latin typeface="Cambria"/>
                <a:cs typeface="Cambria"/>
              </a:rPr>
              <a:t>to</a:t>
            </a:r>
            <a:r>
              <a:rPr sz="2800" spc="-28" dirty="0">
                <a:latin typeface="Cambria"/>
                <a:cs typeface="Cambria"/>
              </a:rPr>
              <a:t> use.</a:t>
            </a:r>
            <a:endParaRPr lang="ar-SA" sz="2800" spc="-28" dirty="0">
              <a:latin typeface="Cambria"/>
              <a:cs typeface="Cambria"/>
            </a:endParaRPr>
          </a:p>
          <a:p>
            <a:pPr marL="17972" marR="7189">
              <a:spcBef>
                <a:spcPts val="1479"/>
              </a:spcBef>
            </a:pPr>
            <a:r>
              <a:rPr sz="2800" dirty="0">
                <a:latin typeface="Cambria"/>
                <a:cs typeface="Cambria"/>
              </a:rPr>
              <a:t>We</a:t>
            </a:r>
            <a:r>
              <a:rPr sz="2800" spc="-35" dirty="0">
                <a:latin typeface="Cambria"/>
                <a:cs typeface="Cambria"/>
              </a:rPr>
              <a:t> </a:t>
            </a:r>
            <a:r>
              <a:rPr sz="2800" dirty="0">
                <a:latin typeface="Cambria"/>
                <a:cs typeface="Cambria"/>
              </a:rPr>
              <a:t>will</a:t>
            </a:r>
            <a:r>
              <a:rPr sz="2800" spc="-35" dirty="0">
                <a:latin typeface="Cambria"/>
                <a:cs typeface="Cambria"/>
              </a:rPr>
              <a:t> </a:t>
            </a:r>
            <a:r>
              <a:rPr sz="2800" dirty="0">
                <a:latin typeface="Cambria"/>
                <a:cs typeface="Cambria"/>
              </a:rPr>
              <a:t>correct</a:t>
            </a:r>
            <a:r>
              <a:rPr sz="2800" spc="-14" dirty="0">
                <a:latin typeface="Cambria"/>
                <a:cs typeface="Cambria"/>
              </a:rPr>
              <a:t> </a:t>
            </a:r>
            <a:r>
              <a:rPr sz="2800" dirty="0">
                <a:latin typeface="Cambria"/>
                <a:cs typeface="Cambria"/>
              </a:rPr>
              <a:t>these</a:t>
            </a:r>
            <a:r>
              <a:rPr sz="2800" spc="-21" dirty="0">
                <a:latin typeface="Cambria"/>
                <a:cs typeface="Cambria"/>
              </a:rPr>
              <a:t> </a:t>
            </a:r>
            <a:r>
              <a:rPr sz="2800" dirty="0">
                <a:latin typeface="Cambria"/>
                <a:cs typeface="Cambria"/>
              </a:rPr>
              <a:t>errors</a:t>
            </a:r>
            <a:r>
              <a:rPr sz="2800" spc="-21" dirty="0">
                <a:latin typeface="Cambria"/>
                <a:cs typeface="Cambria"/>
              </a:rPr>
              <a:t> </a:t>
            </a:r>
            <a:r>
              <a:rPr sz="2800" dirty="0">
                <a:latin typeface="Cambria"/>
                <a:cs typeface="Cambria"/>
              </a:rPr>
              <a:t>based</a:t>
            </a:r>
            <a:r>
              <a:rPr sz="2800" spc="-14" dirty="0">
                <a:latin typeface="Cambria"/>
                <a:cs typeface="Cambria"/>
              </a:rPr>
              <a:t> </a:t>
            </a:r>
            <a:r>
              <a:rPr sz="2800" dirty="0">
                <a:latin typeface="Cambria"/>
                <a:cs typeface="Cambria"/>
              </a:rPr>
              <a:t>on</a:t>
            </a:r>
            <a:r>
              <a:rPr sz="2800" spc="-28" dirty="0">
                <a:latin typeface="Cambria"/>
                <a:cs typeface="Cambria"/>
              </a:rPr>
              <a:t> </a:t>
            </a:r>
            <a:r>
              <a:rPr sz="2800" dirty="0">
                <a:latin typeface="Cambria"/>
                <a:cs typeface="Cambria"/>
              </a:rPr>
              <a:t>Gestalt</a:t>
            </a:r>
            <a:r>
              <a:rPr sz="2800" spc="-21" dirty="0">
                <a:latin typeface="Cambria"/>
                <a:cs typeface="Cambria"/>
              </a:rPr>
              <a:t> </a:t>
            </a:r>
            <a:r>
              <a:rPr sz="2800" dirty="0">
                <a:latin typeface="Cambria"/>
                <a:cs typeface="Cambria"/>
              </a:rPr>
              <a:t>&amp;</a:t>
            </a:r>
            <a:r>
              <a:rPr sz="2800" spc="-21" dirty="0">
                <a:latin typeface="Cambria"/>
                <a:cs typeface="Cambria"/>
              </a:rPr>
              <a:t> </a:t>
            </a:r>
            <a:r>
              <a:rPr sz="2800" dirty="0">
                <a:latin typeface="Cambria"/>
                <a:cs typeface="Cambria"/>
              </a:rPr>
              <a:t>Parc</a:t>
            </a:r>
            <a:r>
              <a:rPr sz="2800" spc="-21" dirty="0">
                <a:latin typeface="Cambria"/>
                <a:cs typeface="Cambria"/>
              </a:rPr>
              <a:t> </a:t>
            </a:r>
            <a:r>
              <a:rPr sz="2800" spc="-14" dirty="0">
                <a:latin typeface="Cambria"/>
                <a:cs typeface="Cambria"/>
              </a:rPr>
              <a:t>principles.</a:t>
            </a:r>
            <a:endParaRPr sz="2800" dirty="0">
              <a:latin typeface="Cambria"/>
              <a:cs typeface="Cambria"/>
            </a:endParaRPr>
          </a:p>
          <a:p>
            <a:pPr>
              <a:lnSpc>
                <a:spcPct val="100000"/>
              </a:lnSpc>
            </a:pPr>
            <a:endParaRPr sz="2800" dirty="0">
              <a:latin typeface="Cambria"/>
              <a:cs typeface="Cambria"/>
            </a:endParaRPr>
          </a:p>
          <a:p>
            <a:pPr>
              <a:spcBef>
                <a:spcPts val="439"/>
              </a:spcBef>
            </a:pPr>
            <a:endParaRPr sz="2800" dirty="0">
              <a:latin typeface="Cambria"/>
              <a:cs typeface="Cambria"/>
            </a:endParaRPr>
          </a:p>
          <a:p>
            <a:pPr marL="726958" indent="-385495">
              <a:buFont typeface="Wingdings"/>
              <a:buChar char=""/>
              <a:tabLst>
                <a:tab pos="726958" algn="l"/>
              </a:tabLst>
            </a:pPr>
            <a:r>
              <a:rPr sz="2800" b="1" dirty="0">
                <a:latin typeface="Cambria"/>
                <a:cs typeface="Cambria"/>
              </a:rPr>
              <a:t>Gestalt</a:t>
            </a:r>
            <a:r>
              <a:rPr sz="2800" b="1" spc="-107" dirty="0">
                <a:latin typeface="Cambria"/>
                <a:cs typeface="Cambria"/>
              </a:rPr>
              <a:t> </a:t>
            </a:r>
            <a:r>
              <a:rPr sz="2800" b="1" spc="-14" dirty="0">
                <a:latin typeface="Cambria"/>
                <a:cs typeface="Cambria"/>
              </a:rPr>
              <a:t>principles:</a:t>
            </a:r>
            <a:endParaRPr sz="2800" dirty="0">
              <a:latin typeface="Cambria"/>
              <a:cs typeface="Cambria"/>
            </a:endParaRPr>
          </a:p>
          <a:p>
            <a:pPr>
              <a:spcBef>
                <a:spcPts val="127"/>
              </a:spcBef>
            </a:pPr>
            <a:endParaRPr sz="2800" dirty="0">
              <a:latin typeface="Cambria"/>
              <a:cs typeface="Cambria"/>
            </a:endParaRPr>
          </a:p>
          <a:p>
            <a:pPr marL="986651" lvl="1" indent="-321693">
              <a:buSzPct val="114285"/>
              <a:buAutoNum type="arabicParenR"/>
              <a:tabLst>
                <a:tab pos="986651" algn="l"/>
              </a:tabLst>
            </a:pPr>
            <a:r>
              <a:rPr sz="2800" dirty="0">
                <a:latin typeface="Cambria"/>
                <a:cs typeface="Cambria"/>
              </a:rPr>
              <a:t>Law</a:t>
            </a:r>
            <a:r>
              <a:rPr sz="2800" spc="-14" dirty="0">
                <a:latin typeface="Cambria"/>
                <a:cs typeface="Cambria"/>
              </a:rPr>
              <a:t> </a:t>
            </a:r>
            <a:r>
              <a:rPr sz="2800" dirty="0">
                <a:latin typeface="Cambria"/>
                <a:cs typeface="Cambria"/>
              </a:rPr>
              <a:t>of</a:t>
            </a:r>
            <a:r>
              <a:rPr sz="2800" spc="-14" dirty="0">
                <a:latin typeface="Cambria"/>
                <a:cs typeface="Cambria"/>
              </a:rPr>
              <a:t> Similarity</a:t>
            </a:r>
            <a:endParaRPr sz="2800" dirty="0">
              <a:latin typeface="Cambria"/>
              <a:cs typeface="Cambria"/>
            </a:endParaRPr>
          </a:p>
          <a:p>
            <a:pPr marL="986651" lvl="1" indent="-321693">
              <a:spcBef>
                <a:spcPts val="2194"/>
              </a:spcBef>
              <a:buSzPct val="114285"/>
              <a:buAutoNum type="arabicParenR"/>
              <a:tabLst>
                <a:tab pos="986651" algn="l"/>
              </a:tabLst>
            </a:pPr>
            <a:r>
              <a:rPr sz="2800" dirty="0">
                <a:latin typeface="Cambria"/>
                <a:cs typeface="Cambria"/>
              </a:rPr>
              <a:t>Law</a:t>
            </a:r>
            <a:r>
              <a:rPr sz="2800" spc="-7" dirty="0">
                <a:latin typeface="Cambria"/>
                <a:cs typeface="Cambria"/>
              </a:rPr>
              <a:t> </a:t>
            </a:r>
            <a:r>
              <a:rPr sz="2800" dirty="0">
                <a:latin typeface="Cambria"/>
                <a:cs typeface="Cambria"/>
              </a:rPr>
              <a:t>of</a:t>
            </a:r>
            <a:r>
              <a:rPr sz="2800" spc="-7" dirty="0">
                <a:latin typeface="Cambria"/>
                <a:cs typeface="Cambria"/>
              </a:rPr>
              <a:t> </a:t>
            </a:r>
            <a:r>
              <a:rPr sz="2800" spc="-14" dirty="0">
                <a:latin typeface="Cambria"/>
                <a:cs typeface="Cambria"/>
              </a:rPr>
              <a:t>Proximity</a:t>
            </a:r>
            <a:endParaRPr sz="2800" dirty="0">
              <a:latin typeface="Cambria"/>
              <a:cs typeface="Cambria"/>
            </a:endParaRPr>
          </a:p>
          <a:p>
            <a:pPr marL="986651" lvl="1" indent="-321693">
              <a:spcBef>
                <a:spcPts val="2194"/>
              </a:spcBef>
              <a:buSzPct val="114285"/>
              <a:buAutoNum type="arabicParenR"/>
              <a:tabLst>
                <a:tab pos="986651" algn="l"/>
              </a:tabLst>
            </a:pPr>
            <a:r>
              <a:rPr sz="2800" dirty="0">
                <a:latin typeface="Cambria"/>
                <a:cs typeface="Cambria"/>
              </a:rPr>
              <a:t>Law</a:t>
            </a:r>
            <a:r>
              <a:rPr sz="2800" spc="-14" dirty="0">
                <a:latin typeface="Cambria"/>
                <a:cs typeface="Cambria"/>
              </a:rPr>
              <a:t> </a:t>
            </a:r>
            <a:r>
              <a:rPr sz="2800" dirty="0">
                <a:latin typeface="Cambria"/>
                <a:cs typeface="Cambria"/>
              </a:rPr>
              <a:t>of</a:t>
            </a:r>
            <a:r>
              <a:rPr sz="2800" spc="-21" dirty="0">
                <a:latin typeface="Cambria"/>
                <a:cs typeface="Cambria"/>
              </a:rPr>
              <a:t> </a:t>
            </a:r>
            <a:r>
              <a:rPr sz="2800" spc="-14" dirty="0">
                <a:latin typeface="Cambria"/>
                <a:cs typeface="Cambria"/>
              </a:rPr>
              <a:t>Symmetry</a:t>
            </a:r>
            <a:endParaRPr sz="2800" dirty="0">
              <a:latin typeface="Cambria"/>
              <a:cs typeface="Cambria"/>
            </a:endParaRPr>
          </a:p>
          <a:p>
            <a:pPr marL="986651" lvl="1" indent="-321693">
              <a:spcBef>
                <a:spcPts val="2207"/>
              </a:spcBef>
              <a:buSzPct val="114285"/>
              <a:buAutoNum type="arabicParenR"/>
              <a:tabLst>
                <a:tab pos="986651" algn="l"/>
              </a:tabLst>
            </a:pPr>
            <a:r>
              <a:rPr sz="2800" dirty="0">
                <a:latin typeface="Cambria"/>
                <a:cs typeface="Cambria"/>
              </a:rPr>
              <a:t>Law</a:t>
            </a:r>
            <a:r>
              <a:rPr sz="2800" spc="-14" dirty="0">
                <a:latin typeface="Cambria"/>
                <a:cs typeface="Cambria"/>
              </a:rPr>
              <a:t> </a:t>
            </a:r>
            <a:r>
              <a:rPr sz="2800" dirty="0">
                <a:latin typeface="Cambria"/>
                <a:cs typeface="Cambria"/>
              </a:rPr>
              <a:t>of</a:t>
            </a:r>
            <a:r>
              <a:rPr sz="2800" spc="-21" dirty="0">
                <a:latin typeface="Cambria"/>
                <a:cs typeface="Cambria"/>
              </a:rPr>
              <a:t> </a:t>
            </a:r>
            <a:r>
              <a:rPr sz="2800" spc="-14" dirty="0">
                <a:latin typeface="Cambria"/>
                <a:cs typeface="Cambria"/>
              </a:rPr>
              <a:t>Continuity</a:t>
            </a:r>
            <a:endParaRPr sz="2800" dirty="0">
              <a:latin typeface="Cambria"/>
              <a:cs typeface="Cambria"/>
            </a:endParaRPr>
          </a:p>
          <a:p>
            <a:pPr marL="986651" lvl="1" indent="-321693">
              <a:spcBef>
                <a:spcPts val="2186"/>
              </a:spcBef>
              <a:buSzPct val="114285"/>
              <a:buAutoNum type="arabicParenR"/>
              <a:tabLst>
                <a:tab pos="986651" algn="l"/>
              </a:tabLst>
            </a:pPr>
            <a:r>
              <a:rPr sz="2800" dirty="0">
                <a:latin typeface="Cambria"/>
                <a:cs typeface="Cambria"/>
              </a:rPr>
              <a:t>Law</a:t>
            </a:r>
            <a:r>
              <a:rPr sz="2800" spc="-14" dirty="0">
                <a:latin typeface="Cambria"/>
                <a:cs typeface="Cambria"/>
              </a:rPr>
              <a:t> </a:t>
            </a:r>
            <a:r>
              <a:rPr sz="2800" dirty="0">
                <a:latin typeface="Cambria"/>
                <a:cs typeface="Cambria"/>
              </a:rPr>
              <a:t>of</a:t>
            </a:r>
            <a:r>
              <a:rPr sz="2800" spc="-21" dirty="0">
                <a:latin typeface="Cambria"/>
                <a:cs typeface="Cambria"/>
              </a:rPr>
              <a:t> </a:t>
            </a:r>
            <a:r>
              <a:rPr sz="2800" spc="-14" dirty="0">
                <a:latin typeface="Cambria"/>
                <a:cs typeface="Cambria"/>
              </a:rPr>
              <a:t>Closure</a:t>
            </a:r>
            <a:endParaRPr sz="2800" dirty="0">
              <a:latin typeface="Cambria"/>
              <a:cs typeface="Cambria"/>
            </a:endParaRPr>
          </a:p>
          <a:p>
            <a:pPr marL="986651" lvl="1" indent="-321693">
              <a:spcBef>
                <a:spcPts val="2207"/>
              </a:spcBef>
              <a:buSzPct val="114285"/>
              <a:buAutoNum type="arabicParenR"/>
              <a:tabLst>
                <a:tab pos="986651" algn="l"/>
              </a:tabLst>
            </a:pPr>
            <a:r>
              <a:rPr sz="2800" dirty="0">
                <a:latin typeface="Cambria"/>
                <a:cs typeface="Cambria"/>
              </a:rPr>
              <a:t>Law</a:t>
            </a:r>
            <a:r>
              <a:rPr sz="2800" spc="-14" dirty="0">
                <a:latin typeface="Cambria"/>
                <a:cs typeface="Cambria"/>
              </a:rPr>
              <a:t> </a:t>
            </a:r>
            <a:r>
              <a:rPr sz="2800" dirty="0">
                <a:latin typeface="Cambria"/>
                <a:cs typeface="Cambria"/>
              </a:rPr>
              <a:t>of</a:t>
            </a:r>
            <a:r>
              <a:rPr sz="2800" spc="-35" dirty="0">
                <a:latin typeface="Cambria"/>
                <a:cs typeface="Cambria"/>
              </a:rPr>
              <a:t> </a:t>
            </a:r>
            <a:r>
              <a:rPr sz="2800" dirty="0">
                <a:latin typeface="Cambria"/>
                <a:cs typeface="Cambria"/>
              </a:rPr>
              <a:t>Common</a:t>
            </a:r>
            <a:r>
              <a:rPr sz="2800" spc="-21" dirty="0">
                <a:latin typeface="Cambria"/>
                <a:cs typeface="Cambria"/>
              </a:rPr>
              <a:t> </a:t>
            </a:r>
            <a:r>
              <a:rPr sz="2800" spc="-28" dirty="0">
                <a:latin typeface="Cambria"/>
                <a:cs typeface="Cambria"/>
              </a:rPr>
              <a:t>Fate</a:t>
            </a:r>
            <a:endParaRPr sz="2800" dirty="0">
              <a:latin typeface="Cambria"/>
              <a:cs typeface="Cambria"/>
            </a:endParaRPr>
          </a:p>
          <a:p>
            <a:pPr marL="986651" lvl="1" indent="-321693">
              <a:spcBef>
                <a:spcPts val="2194"/>
              </a:spcBef>
              <a:buSzPct val="114285"/>
              <a:buAutoNum type="arabicParenR"/>
              <a:tabLst>
                <a:tab pos="986651" algn="l"/>
              </a:tabLst>
            </a:pPr>
            <a:r>
              <a:rPr sz="2800" dirty="0">
                <a:latin typeface="Cambria"/>
                <a:cs typeface="Cambria"/>
              </a:rPr>
              <a:t>Law</a:t>
            </a:r>
            <a:r>
              <a:rPr sz="2800" spc="-28" dirty="0">
                <a:latin typeface="Cambria"/>
                <a:cs typeface="Cambria"/>
              </a:rPr>
              <a:t> </a:t>
            </a:r>
            <a:r>
              <a:rPr sz="2800" dirty="0">
                <a:latin typeface="Cambria"/>
                <a:cs typeface="Cambria"/>
              </a:rPr>
              <a:t>of</a:t>
            </a:r>
            <a:r>
              <a:rPr sz="2800" spc="-43" dirty="0">
                <a:latin typeface="Cambria"/>
                <a:cs typeface="Cambria"/>
              </a:rPr>
              <a:t> </a:t>
            </a:r>
            <a:r>
              <a:rPr sz="2800" dirty="0">
                <a:latin typeface="Cambria"/>
                <a:cs typeface="Cambria"/>
              </a:rPr>
              <a:t>Figure</a:t>
            </a:r>
            <a:r>
              <a:rPr sz="2800" spc="-21" dirty="0">
                <a:latin typeface="Cambria"/>
                <a:cs typeface="Cambria"/>
              </a:rPr>
              <a:t> </a:t>
            </a:r>
            <a:r>
              <a:rPr sz="2800" dirty="0">
                <a:latin typeface="Cambria"/>
                <a:cs typeface="Cambria"/>
              </a:rPr>
              <a:t>and</a:t>
            </a:r>
            <a:r>
              <a:rPr sz="2800" spc="-35" dirty="0">
                <a:latin typeface="Cambria"/>
                <a:cs typeface="Cambria"/>
              </a:rPr>
              <a:t> </a:t>
            </a:r>
            <a:r>
              <a:rPr sz="2800" spc="-14" dirty="0">
                <a:latin typeface="Cambria"/>
                <a:cs typeface="Cambria"/>
              </a:rPr>
              <a:t>Ground</a:t>
            </a:r>
            <a:endParaRPr sz="2100" dirty="0">
              <a:latin typeface="Cambria"/>
              <a:cs typeface="Cambria"/>
            </a:endParaRPr>
          </a:p>
        </p:txBody>
      </p:sp>
      <p:sp>
        <p:nvSpPr>
          <p:cNvPr id="3" name="object 3"/>
          <p:cNvSpPr txBox="1"/>
          <p:nvPr/>
        </p:nvSpPr>
        <p:spPr>
          <a:xfrm>
            <a:off x="8652669" y="3975100"/>
            <a:ext cx="6176020" cy="3351486"/>
          </a:xfrm>
          <a:prstGeom prst="rect">
            <a:avLst/>
          </a:prstGeom>
        </p:spPr>
        <p:txBody>
          <a:bodyPr vert="horz" wrap="square" lIns="0" tIns="17073" rIns="0" bIns="0" rtlCol="0">
            <a:spAutoFit/>
          </a:bodyPr>
          <a:lstStyle/>
          <a:p>
            <a:pPr marL="341464" indent="-323492">
              <a:spcBef>
                <a:spcPts val="134"/>
              </a:spcBef>
              <a:buFont typeface="Wingdings"/>
              <a:buChar char=""/>
              <a:tabLst>
                <a:tab pos="341464" algn="l"/>
              </a:tabLst>
            </a:pPr>
            <a:r>
              <a:rPr sz="2800" b="1" dirty="0">
                <a:latin typeface="Cambria"/>
                <a:cs typeface="Cambria"/>
              </a:rPr>
              <a:t>Parc</a:t>
            </a:r>
            <a:r>
              <a:rPr sz="2800" b="1" spc="-50" dirty="0">
                <a:latin typeface="Cambria"/>
                <a:cs typeface="Cambria"/>
              </a:rPr>
              <a:t> </a:t>
            </a:r>
            <a:r>
              <a:rPr sz="2800" b="1" spc="-14" dirty="0">
                <a:latin typeface="Cambria"/>
                <a:cs typeface="Cambria"/>
              </a:rPr>
              <a:t>principles:</a:t>
            </a:r>
            <a:endParaRPr sz="2800" dirty="0">
              <a:latin typeface="Cambria"/>
              <a:cs typeface="Cambria"/>
            </a:endParaRPr>
          </a:p>
          <a:p>
            <a:pPr marL="986651" lvl="1" indent="-321693">
              <a:spcBef>
                <a:spcPts val="2582"/>
              </a:spcBef>
              <a:buSzPct val="114285"/>
              <a:buAutoNum type="arabicParenR"/>
              <a:tabLst>
                <a:tab pos="986651" algn="l"/>
              </a:tabLst>
            </a:pPr>
            <a:r>
              <a:rPr sz="2800" spc="-14" dirty="0">
                <a:latin typeface="Cambria"/>
                <a:cs typeface="Cambria"/>
              </a:rPr>
              <a:t>Proximity</a:t>
            </a:r>
            <a:endParaRPr sz="2800" dirty="0">
              <a:latin typeface="Cambria"/>
              <a:cs typeface="Cambria"/>
            </a:endParaRPr>
          </a:p>
          <a:p>
            <a:pPr marL="986651" lvl="1" indent="-321693">
              <a:spcBef>
                <a:spcPts val="2207"/>
              </a:spcBef>
              <a:buSzPct val="114285"/>
              <a:buAutoNum type="arabicParenR"/>
              <a:tabLst>
                <a:tab pos="986651" algn="l"/>
              </a:tabLst>
            </a:pPr>
            <a:r>
              <a:rPr sz="2800" spc="-14" dirty="0">
                <a:latin typeface="Cambria"/>
                <a:cs typeface="Cambria"/>
              </a:rPr>
              <a:t>alignment</a:t>
            </a:r>
            <a:endParaRPr sz="2800" dirty="0">
              <a:latin typeface="Cambria"/>
              <a:cs typeface="Cambria"/>
            </a:endParaRPr>
          </a:p>
          <a:p>
            <a:pPr marL="986651" lvl="1" indent="-321693">
              <a:spcBef>
                <a:spcPts val="2194"/>
              </a:spcBef>
              <a:buSzPct val="114285"/>
              <a:buAutoNum type="arabicParenR"/>
              <a:tabLst>
                <a:tab pos="986651" algn="l"/>
              </a:tabLst>
            </a:pPr>
            <a:r>
              <a:rPr sz="2800" spc="-14" dirty="0">
                <a:latin typeface="Cambria"/>
                <a:cs typeface="Cambria"/>
              </a:rPr>
              <a:t>repetition</a:t>
            </a:r>
            <a:endParaRPr sz="2800" dirty="0">
              <a:latin typeface="Cambria"/>
              <a:cs typeface="Cambria"/>
            </a:endParaRPr>
          </a:p>
          <a:p>
            <a:pPr marL="986651" lvl="1" indent="-321693">
              <a:spcBef>
                <a:spcPts val="2207"/>
              </a:spcBef>
              <a:buSzPct val="114285"/>
              <a:buAutoNum type="arabicParenR"/>
              <a:tabLst>
                <a:tab pos="986651" algn="l"/>
              </a:tabLst>
            </a:pPr>
            <a:r>
              <a:rPr sz="2800" spc="-14" dirty="0">
                <a:latin typeface="Cambria"/>
                <a:cs typeface="Cambria"/>
              </a:rPr>
              <a:t>contrast</a:t>
            </a:r>
            <a:endParaRPr sz="2800" dirty="0">
              <a:latin typeface="Cambria"/>
              <a:cs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4468" y="89842"/>
            <a:ext cx="3735871" cy="8663068"/>
          </a:xfrm>
          <a:prstGeom prst="rect">
            <a:avLst/>
          </a:prstGeom>
        </p:spPr>
        <p:txBody>
          <a:bodyPr vert="horz" wrap="square" lIns="0" tIns="17073" rIns="0" bIns="0" rtlCol="0">
            <a:spAutoFit/>
          </a:bodyPr>
          <a:lstStyle/>
          <a:p>
            <a:pPr marL="341464" indent="-323492">
              <a:spcBef>
                <a:spcPts val="134"/>
              </a:spcBef>
              <a:buFont typeface="Courier New"/>
              <a:buChar char="o"/>
              <a:tabLst>
                <a:tab pos="341464" algn="l"/>
              </a:tabLst>
            </a:pPr>
            <a:r>
              <a:rPr sz="2264" b="1" u="sng" dirty="0">
                <a:uFill>
                  <a:solidFill>
                    <a:srgbClr val="000000"/>
                  </a:solidFill>
                </a:uFill>
                <a:latin typeface="Cambria"/>
                <a:cs typeface="Cambria"/>
              </a:rPr>
              <a:t>First:</a:t>
            </a:r>
            <a:r>
              <a:rPr sz="2264" b="1" u="sng" spc="-71" dirty="0">
                <a:uFill>
                  <a:solidFill>
                    <a:srgbClr val="000000"/>
                  </a:solidFill>
                </a:uFill>
                <a:latin typeface="Cambria"/>
                <a:cs typeface="Cambria"/>
              </a:rPr>
              <a:t> </a:t>
            </a:r>
            <a:r>
              <a:rPr sz="2264" b="1" u="sng" dirty="0">
                <a:uFill>
                  <a:solidFill>
                    <a:srgbClr val="000000"/>
                  </a:solidFill>
                </a:uFill>
                <a:latin typeface="Cambria"/>
                <a:cs typeface="Cambria"/>
              </a:rPr>
              <a:t>redesign</a:t>
            </a:r>
            <a:r>
              <a:rPr sz="2264" b="1" u="sng" spc="-71" dirty="0">
                <a:uFill>
                  <a:solidFill>
                    <a:srgbClr val="000000"/>
                  </a:solidFill>
                </a:uFill>
                <a:latin typeface="Cambria"/>
                <a:cs typeface="Cambria"/>
              </a:rPr>
              <a:t> </a:t>
            </a:r>
            <a:r>
              <a:rPr sz="2264" b="1" u="sng" dirty="0">
                <a:uFill>
                  <a:solidFill>
                    <a:srgbClr val="000000"/>
                  </a:solidFill>
                </a:uFill>
                <a:latin typeface="Cambria"/>
                <a:cs typeface="Cambria"/>
              </a:rPr>
              <a:t>as</a:t>
            </a:r>
            <a:r>
              <a:rPr sz="2264" b="1" u="sng" spc="-78" dirty="0">
                <a:uFill>
                  <a:solidFill>
                    <a:srgbClr val="000000"/>
                  </a:solidFill>
                </a:uFill>
                <a:latin typeface="Cambria"/>
                <a:cs typeface="Cambria"/>
              </a:rPr>
              <a:t> </a:t>
            </a:r>
            <a:r>
              <a:rPr sz="2264" b="1" u="sng" dirty="0">
                <a:uFill>
                  <a:solidFill>
                    <a:srgbClr val="000000"/>
                  </a:solidFill>
                </a:uFill>
                <a:latin typeface="Cambria"/>
                <a:cs typeface="Cambria"/>
              </a:rPr>
              <a:t>Gestalt</a:t>
            </a:r>
            <a:r>
              <a:rPr sz="2264" b="1" u="sng" spc="-71" dirty="0">
                <a:uFill>
                  <a:solidFill>
                    <a:srgbClr val="000000"/>
                  </a:solidFill>
                </a:uFill>
                <a:latin typeface="Cambria"/>
                <a:cs typeface="Cambria"/>
              </a:rPr>
              <a:t> </a:t>
            </a:r>
            <a:r>
              <a:rPr sz="2264" b="1" u="sng" spc="-14" dirty="0">
                <a:uFill>
                  <a:solidFill>
                    <a:srgbClr val="000000"/>
                  </a:solidFill>
                </a:uFill>
                <a:latin typeface="Cambria"/>
                <a:cs typeface="Cambria"/>
              </a:rPr>
              <a:t>principles</a:t>
            </a:r>
            <a:r>
              <a:rPr sz="2264" u="sng" spc="-14" dirty="0">
                <a:uFill>
                  <a:solidFill>
                    <a:srgbClr val="000000"/>
                  </a:solidFill>
                </a:uFill>
                <a:latin typeface="Cambria"/>
                <a:cs typeface="Cambria"/>
              </a:rPr>
              <a:t>:</a:t>
            </a:r>
            <a:endParaRPr sz="2264" dirty="0">
              <a:latin typeface="Cambria"/>
              <a:cs typeface="Cambria"/>
            </a:endParaRPr>
          </a:p>
          <a:p>
            <a:pPr>
              <a:spcBef>
                <a:spcPts val="1253"/>
              </a:spcBef>
            </a:pPr>
            <a:endParaRPr sz="2264" dirty="0">
              <a:latin typeface="Cambria"/>
              <a:cs typeface="Cambria"/>
            </a:endParaRPr>
          </a:p>
          <a:p>
            <a:pPr marL="798664" indent="-457200">
              <a:buAutoNum type="arabicParenR"/>
            </a:pPr>
            <a:r>
              <a:rPr lang="en-US" sz="1982" b="1" dirty="0">
                <a:latin typeface="Cambria"/>
                <a:cs typeface="Cambria"/>
              </a:rPr>
              <a:t>Law</a:t>
            </a:r>
            <a:r>
              <a:rPr lang="en-US" sz="1982" b="1" spc="-28" dirty="0">
                <a:latin typeface="Cambria"/>
                <a:cs typeface="Cambria"/>
              </a:rPr>
              <a:t> </a:t>
            </a:r>
            <a:r>
              <a:rPr lang="en-US" sz="1982" b="1" dirty="0">
                <a:latin typeface="Cambria"/>
                <a:cs typeface="Cambria"/>
              </a:rPr>
              <a:t>of</a:t>
            </a:r>
            <a:r>
              <a:rPr lang="en-US" sz="1982" b="1" spc="-14" dirty="0">
                <a:latin typeface="Cambria"/>
                <a:cs typeface="Cambria"/>
              </a:rPr>
              <a:t> Similarity</a:t>
            </a:r>
            <a:endParaRPr lang="ar-SA" sz="1982" b="1" spc="-14" dirty="0">
              <a:latin typeface="Cambria"/>
              <a:cs typeface="Cambria"/>
            </a:endParaRPr>
          </a:p>
          <a:p>
            <a:pPr marL="341464"/>
            <a:endParaRPr lang="en-US" sz="1982" dirty="0">
              <a:latin typeface="Cambria"/>
              <a:cs typeface="Cambria"/>
            </a:endParaRPr>
          </a:p>
          <a:p>
            <a:pPr marL="341464" marR="766496">
              <a:lnSpc>
                <a:spcPct val="112100"/>
              </a:lnSpc>
            </a:pPr>
            <a:endParaRPr lang="en-US" sz="1982" dirty="0">
              <a:latin typeface="Cambria"/>
              <a:cs typeface="Cambria"/>
            </a:endParaRPr>
          </a:p>
          <a:p>
            <a:pPr marL="341464" marR="766496">
              <a:lnSpc>
                <a:spcPct val="112100"/>
              </a:lnSpc>
            </a:pPr>
            <a:r>
              <a:rPr lang="en-US" sz="1982" dirty="0">
                <a:latin typeface="Cambria"/>
                <a:cs typeface="Cambria"/>
              </a:rPr>
              <a:t>The original layout lacked uniformity, making sections appear disjointed and harder to process. We redesigned it by grouping similar items together with consistent framing, creating a unified and organized appearance. This helps users quickly identify related content and navigate the site intuitively</a:t>
            </a:r>
            <a:r>
              <a:rPr lang="en-US" sz="1982" spc="-14" dirty="0">
                <a:latin typeface="Cambria"/>
                <a:cs typeface="Cambria"/>
              </a:rPr>
              <a:t>.</a:t>
            </a:r>
            <a:endParaRPr lang="en-US" sz="1982" dirty="0">
              <a:latin typeface="Cambria"/>
              <a:cs typeface="Cambria"/>
            </a:endParaRPr>
          </a:p>
          <a:p>
            <a:pPr marL="341464">
              <a:spcBef>
                <a:spcPts val="1691"/>
              </a:spcBef>
            </a:pPr>
            <a:endParaRPr lang="en-US" sz="2264" b="1" spc="-14" dirty="0">
              <a:latin typeface="Cambria"/>
              <a:cs typeface="Cambria"/>
            </a:endParaRPr>
          </a:p>
          <a:p>
            <a:pPr marL="341464">
              <a:spcBef>
                <a:spcPts val="1691"/>
              </a:spcBef>
            </a:pPr>
            <a:endParaRPr lang="ar-SA" sz="2264" b="1" spc="-14" dirty="0">
              <a:latin typeface="Cambria"/>
              <a:cs typeface="Cambria"/>
            </a:endParaRPr>
          </a:p>
          <a:p>
            <a:pPr marL="341464">
              <a:spcBef>
                <a:spcPts val="1691"/>
              </a:spcBef>
            </a:pPr>
            <a:r>
              <a:rPr sz="2264" b="1" spc="-14" dirty="0">
                <a:latin typeface="Cambria"/>
                <a:cs typeface="Cambria"/>
              </a:rPr>
              <a:t>Before:</a:t>
            </a:r>
            <a:endParaRPr sz="2264" dirty="0">
              <a:latin typeface="Cambria"/>
              <a:cs typeface="Cambria"/>
            </a:endParaRPr>
          </a:p>
        </p:txBody>
      </p:sp>
      <p:grpSp>
        <p:nvGrpSpPr>
          <p:cNvPr id="3" name="object 3"/>
          <p:cNvGrpSpPr/>
          <p:nvPr/>
        </p:nvGrpSpPr>
        <p:grpSpPr>
          <a:xfrm>
            <a:off x="4004469" y="-215900"/>
            <a:ext cx="11506200" cy="11049000"/>
            <a:chOff x="641984" y="3762247"/>
            <a:chExt cx="6236970" cy="6191250"/>
          </a:xfrm>
        </p:grpSpPr>
        <p:pic>
          <p:nvPicPr>
            <p:cNvPr id="4" name="object 4"/>
            <p:cNvPicPr/>
            <p:nvPr/>
          </p:nvPicPr>
          <p:blipFill>
            <a:blip r:embed="rId2" cstate="print"/>
            <a:stretch>
              <a:fillRect/>
            </a:stretch>
          </p:blipFill>
          <p:spPr>
            <a:xfrm>
              <a:off x="1615693" y="3911676"/>
              <a:ext cx="4368800" cy="5848223"/>
            </a:xfrm>
            <a:prstGeom prst="rect">
              <a:avLst/>
            </a:prstGeom>
          </p:spPr>
        </p:pic>
        <p:sp>
          <p:nvSpPr>
            <p:cNvPr id="5" name="object 5"/>
            <p:cNvSpPr/>
            <p:nvPr/>
          </p:nvSpPr>
          <p:spPr>
            <a:xfrm>
              <a:off x="1606168" y="3902151"/>
              <a:ext cx="4387850" cy="5867400"/>
            </a:xfrm>
            <a:custGeom>
              <a:avLst/>
              <a:gdLst/>
              <a:ahLst/>
              <a:cxnLst/>
              <a:rect l="l" t="t" r="r" b="b"/>
              <a:pathLst>
                <a:path w="4387850" h="5867400">
                  <a:moveTo>
                    <a:pt x="0" y="5867273"/>
                  </a:moveTo>
                  <a:lnTo>
                    <a:pt x="4387850" y="5867273"/>
                  </a:lnTo>
                  <a:lnTo>
                    <a:pt x="4387850" y="0"/>
                  </a:lnTo>
                  <a:lnTo>
                    <a:pt x="0" y="0"/>
                  </a:lnTo>
                  <a:lnTo>
                    <a:pt x="0" y="5867273"/>
                  </a:lnTo>
                  <a:close/>
                </a:path>
              </a:pathLst>
            </a:custGeom>
            <a:ln w="19050">
              <a:solidFill>
                <a:srgbClr val="000000"/>
              </a:solidFill>
            </a:ln>
          </p:spPr>
          <p:txBody>
            <a:bodyPr wrap="square" lIns="0" tIns="0" rIns="0" bIns="0" rtlCol="0"/>
            <a:lstStyle/>
            <a:p>
              <a:endParaRPr/>
            </a:p>
          </p:txBody>
        </p:sp>
        <p:sp>
          <p:nvSpPr>
            <p:cNvPr id="6" name="object 6"/>
            <p:cNvSpPr/>
            <p:nvPr/>
          </p:nvSpPr>
          <p:spPr>
            <a:xfrm>
              <a:off x="5123306" y="5593079"/>
              <a:ext cx="1046480" cy="1012825"/>
            </a:xfrm>
            <a:custGeom>
              <a:avLst/>
              <a:gdLst/>
              <a:ahLst/>
              <a:cxnLst/>
              <a:rect l="l" t="t" r="r" b="b"/>
              <a:pathLst>
                <a:path w="1046479" h="1012825">
                  <a:moveTo>
                    <a:pt x="38607" y="0"/>
                  </a:moveTo>
                  <a:lnTo>
                    <a:pt x="0" y="634"/>
                  </a:lnTo>
                  <a:lnTo>
                    <a:pt x="634" y="39242"/>
                  </a:lnTo>
                  <a:lnTo>
                    <a:pt x="10032" y="29463"/>
                  </a:lnTo>
                  <a:lnTo>
                    <a:pt x="1027302" y="1012825"/>
                  </a:lnTo>
                  <a:lnTo>
                    <a:pt x="1046226" y="993139"/>
                  </a:lnTo>
                  <a:lnTo>
                    <a:pt x="29082" y="9778"/>
                  </a:lnTo>
                  <a:lnTo>
                    <a:pt x="38607" y="0"/>
                  </a:lnTo>
                  <a:close/>
                </a:path>
              </a:pathLst>
            </a:custGeom>
            <a:solidFill>
              <a:srgbClr val="E97031"/>
            </a:solidFill>
          </p:spPr>
          <p:txBody>
            <a:bodyPr wrap="square" lIns="0" tIns="0" rIns="0" bIns="0" rtlCol="0"/>
            <a:lstStyle/>
            <a:p>
              <a:endParaRPr/>
            </a:p>
          </p:txBody>
        </p:sp>
        <p:sp>
          <p:nvSpPr>
            <p:cNvPr id="7" name="object 7"/>
            <p:cNvSpPr/>
            <p:nvPr/>
          </p:nvSpPr>
          <p:spPr>
            <a:xfrm>
              <a:off x="5123306" y="5593079"/>
              <a:ext cx="1046480" cy="1012825"/>
            </a:xfrm>
            <a:custGeom>
              <a:avLst/>
              <a:gdLst/>
              <a:ahLst/>
              <a:cxnLst/>
              <a:rect l="l" t="t" r="r" b="b"/>
              <a:pathLst>
                <a:path w="1046479" h="1012825">
                  <a:moveTo>
                    <a:pt x="1046226" y="993139"/>
                  </a:moveTo>
                  <a:lnTo>
                    <a:pt x="29082" y="9778"/>
                  </a:lnTo>
                  <a:lnTo>
                    <a:pt x="38607" y="0"/>
                  </a:lnTo>
                  <a:lnTo>
                    <a:pt x="0" y="634"/>
                  </a:lnTo>
                  <a:lnTo>
                    <a:pt x="634" y="39242"/>
                  </a:lnTo>
                  <a:lnTo>
                    <a:pt x="10032" y="29463"/>
                  </a:lnTo>
                  <a:lnTo>
                    <a:pt x="1027302" y="1012825"/>
                  </a:lnTo>
                  <a:lnTo>
                    <a:pt x="1046226" y="993139"/>
                  </a:lnTo>
                </a:path>
              </a:pathLst>
            </a:custGeom>
            <a:ln w="12700">
              <a:solidFill>
                <a:srgbClr val="FF0000"/>
              </a:solidFill>
            </a:ln>
          </p:spPr>
          <p:txBody>
            <a:bodyPr wrap="square" lIns="0" tIns="0" rIns="0" bIns="0" rtlCol="0"/>
            <a:lstStyle/>
            <a:p>
              <a:endParaRPr/>
            </a:p>
          </p:txBody>
        </p:sp>
        <p:sp>
          <p:nvSpPr>
            <p:cNvPr id="8" name="object 8"/>
            <p:cNvSpPr/>
            <p:nvPr/>
          </p:nvSpPr>
          <p:spPr>
            <a:xfrm>
              <a:off x="5307075" y="6656831"/>
              <a:ext cx="895985" cy="815340"/>
            </a:xfrm>
            <a:custGeom>
              <a:avLst/>
              <a:gdLst/>
              <a:ahLst/>
              <a:cxnLst/>
              <a:rect l="l" t="t" r="r" b="b"/>
              <a:pathLst>
                <a:path w="895985" h="815340">
                  <a:moveTo>
                    <a:pt x="871854" y="0"/>
                  </a:moveTo>
                  <a:lnTo>
                    <a:pt x="14477" y="775462"/>
                  </a:lnTo>
                  <a:lnTo>
                    <a:pt x="2412" y="762126"/>
                  </a:lnTo>
                  <a:lnTo>
                    <a:pt x="0" y="812800"/>
                  </a:lnTo>
                  <a:lnTo>
                    <a:pt x="50673" y="815339"/>
                  </a:lnTo>
                  <a:lnTo>
                    <a:pt x="38608" y="802132"/>
                  </a:lnTo>
                  <a:lnTo>
                    <a:pt x="895858" y="26542"/>
                  </a:lnTo>
                  <a:lnTo>
                    <a:pt x="871854" y="0"/>
                  </a:lnTo>
                  <a:close/>
                </a:path>
              </a:pathLst>
            </a:custGeom>
            <a:solidFill>
              <a:srgbClr val="E97031"/>
            </a:solidFill>
          </p:spPr>
          <p:txBody>
            <a:bodyPr wrap="square" lIns="0" tIns="0" rIns="0" bIns="0" rtlCol="0"/>
            <a:lstStyle/>
            <a:p>
              <a:endParaRPr/>
            </a:p>
          </p:txBody>
        </p:sp>
        <p:sp>
          <p:nvSpPr>
            <p:cNvPr id="9" name="object 9"/>
            <p:cNvSpPr/>
            <p:nvPr/>
          </p:nvSpPr>
          <p:spPr>
            <a:xfrm>
              <a:off x="5307075" y="6656831"/>
              <a:ext cx="895985" cy="815340"/>
            </a:xfrm>
            <a:custGeom>
              <a:avLst/>
              <a:gdLst/>
              <a:ahLst/>
              <a:cxnLst/>
              <a:rect l="l" t="t" r="r" b="b"/>
              <a:pathLst>
                <a:path w="895985" h="815340">
                  <a:moveTo>
                    <a:pt x="871854" y="0"/>
                  </a:moveTo>
                  <a:lnTo>
                    <a:pt x="14477" y="775462"/>
                  </a:lnTo>
                  <a:lnTo>
                    <a:pt x="2412" y="762126"/>
                  </a:lnTo>
                  <a:lnTo>
                    <a:pt x="0" y="812800"/>
                  </a:lnTo>
                  <a:lnTo>
                    <a:pt x="50673" y="815339"/>
                  </a:lnTo>
                  <a:lnTo>
                    <a:pt x="38608" y="802132"/>
                  </a:lnTo>
                  <a:lnTo>
                    <a:pt x="895858" y="26542"/>
                  </a:lnTo>
                  <a:lnTo>
                    <a:pt x="871854" y="0"/>
                  </a:lnTo>
                  <a:close/>
                </a:path>
              </a:pathLst>
            </a:custGeom>
            <a:ln w="12699">
              <a:solidFill>
                <a:srgbClr val="FF0000"/>
              </a:solidFill>
            </a:ln>
          </p:spPr>
          <p:txBody>
            <a:bodyPr wrap="square" lIns="0" tIns="0" rIns="0" bIns="0" rtlCol="0"/>
            <a:lstStyle/>
            <a:p>
              <a:endParaRPr/>
            </a:p>
          </p:txBody>
        </p:sp>
        <p:sp>
          <p:nvSpPr>
            <p:cNvPr id="10" name="object 10"/>
            <p:cNvSpPr/>
            <p:nvPr/>
          </p:nvSpPr>
          <p:spPr>
            <a:xfrm>
              <a:off x="777570" y="6511543"/>
              <a:ext cx="1237615" cy="803275"/>
            </a:xfrm>
            <a:custGeom>
              <a:avLst/>
              <a:gdLst/>
              <a:ahLst/>
              <a:cxnLst/>
              <a:rect l="l" t="t" r="r" b="b"/>
              <a:pathLst>
                <a:path w="1237614" h="803275">
                  <a:moveTo>
                    <a:pt x="1206042" y="0"/>
                  </a:moveTo>
                  <a:lnTo>
                    <a:pt x="1212138" y="9398"/>
                  </a:lnTo>
                  <a:lnTo>
                    <a:pt x="0" y="784225"/>
                  </a:lnTo>
                  <a:lnTo>
                    <a:pt x="12141" y="803148"/>
                  </a:lnTo>
                  <a:lnTo>
                    <a:pt x="1224330" y="28448"/>
                  </a:lnTo>
                  <a:lnTo>
                    <a:pt x="1230426" y="37973"/>
                  </a:lnTo>
                  <a:lnTo>
                    <a:pt x="1237284" y="6858"/>
                  </a:lnTo>
                  <a:lnTo>
                    <a:pt x="1206042" y="0"/>
                  </a:lnTo>
                  <a:close/>
                </a:path>
              </a:pathLst>
            </a:custGeom>
            <a:solidFill>
              <a:srgbClr val="E97031"/>
            </a:solidFill>
          </p:spPr>
          <p:txBody>
            <a:bodyPr wrap="square" lIns="0" tIns="0" rIns="0" bIns="0" rtlCol="0"/>
            <a:lstStyle/>
            <a:p>
              <a:endParaRPr/>
            </a:p>
          </p:txBody>
        </p:sp>
        <p:sp>
          <p:nvSpPr>
            <p:cNvPr id="11" name="object 11"/>
            <p:cNvSpPr/>
            <p:nvPr/>
          </p:nvSpPr>
          <p:spPr>
            <a:xfrm>
              <a:off x="777570" y="6511543"/>
              <a:ext cx="1237615" cy="803275"/>
            </a:xfrm>
            <a:custGeom>
              <a:avLst/>
              <a:gdLst/>
              <a:ahLst/>
              <a:cxnLst/>
              <a:rect l="l" t="t" r="r" b="b"/>
              <a:pathLst>
                <a:path w="1237614" h="803275">
                  <a:moveTo>
                    <a:pt x="0" y="784225"/>
                  </a:moveTo>
                  <a:lnTo>
                    <a:pt x="1212138" y="9398"/>
                  </a:lnTo>
                  <a:lnTo>
                    <a:pt x="1206042" y="0"/>
                  </a:lnTo>
                  <a:lnTo>
                    <a:pt x="1237284" y="6858"/>
                  </a:lnTo>
                  <a:lnTo>
                    <a:pt x="1230426" y="37973"/>
                  </a:lnTo>
                  <a:lnTo>
                    <a:pt x="1224330" y="28448"/>
                  </a:lnTo>
                  <a:lnTo>
                    <a:pt x="12141" y="803148"/>
                  </a:lnTo>
                  <a:lnTo>
                    <a:pt x="0" y="784225"/>
                  </a:lnTo>
                  <a:close/>
                </a:path>
              </a:pathLst>
            </a:custGeom>
            <a:ln w="12700">
              <a:solidFill>
                <a:srgbClr val="FF0000"/>
              </a:solidFill>
            </a:ln>
          </p:spPr>
          <p:txBody>
            <a:bodyPr wrap="square" lIns="0" tIns="0" rIns="0" bIns="0" rtlCol="0"/>
            <a:lstStyle/>
            <a:p>
              <a:endParaRPr/>
            </a:p>
          </p:txBody>
        </p:sp>
        <p:sp>
          <p:nvSpPr>
            <p:cNvPr id="12" name="object 12"/>
            <p:cNvSpPr/>
            <p:nvPr/>
          </p:nvSpPr>
          <p:spPr>
            <a:xfrm>
              <a:off x="854240" y="7377302"/>
              <a:ext cx="943610" cy="1109980"/>
            </a:xfrm>
            <a:custGeom>
              <a:avLst/>
              <a:gdLst/>
              <a:ahLst/>
              <a:cxnLst/>
              <a:rect l="l" t="t" r="r" b="b"/>
              <a:pathLst>
                <a:path w="943610" h="1109979">
                  <a:moveTo>
                    <a:pt x="18910" y="0"/>
                  </a:moveTo>
                  <a:lnTo>
                    <a:pt x="0" y="16001"/>
                  </a:lnTo>
                  <a:lnTo>
                    <a:pt x="914742" y="1098549"/>
                  </a:lnTo>
                  <a:lnTo>
                    <a:pt x="905217" y="1106550"/>
                  </a:lnTo>
                  <a:lnTo>
                    <a:pt x="940142" y="1109471"/>
                  </a:lnTo>
                  <a:lnTo>
                    <a:pt x="943063" y="1074546"/>
                  </a:lnTo>
                  <a:lnTo>
                    <a:pt x="933665" y="1082547"/>
                  </a:lnTo>
                  <a:lnTo>
                    <a:pt x="18910" y="0"/>
                  </a:lnTo>
                  <a:close/>
                </a:path>
              </a:pathLst>
            </a:custGeom>
            <a:solidFill>
              <a:srgbClr val="E97031"/>
            </a:solidFill>
          </p:spPr>
          <p:txBody>
            <a:bodyPr wrap="square" lIns="0" tIns="0" rIns="0" bIns="0" rtlCol="0"/>
            <a:lstStyle/>
            <a:p>
              <a:endParaRPr/>
            </a:p>
          </p:txBody>
        </p:sp>
        <p:sp>
          <p:nvSpPr>
            <p:cNvPr id="13" name="object 13"/>
            <p:cNvSpPr/>
            <p:nvPr/>
          </p:nvSpPr>
          <p:spPr>
            <a:xfrm>
              <a:off x="854240" y="7377302"/>
              <a:ext cx="943610" cy="1109980"/>
            </a:xfrm>
            <a:custGeom>
              <a:avLst/>
              <a:gdLst/>
              <a:ahLst/>
              <a:cxnLst/>
              <a:rect l="l" t="t" r="r" b="b"/>
              <a:pathLst>
                <a:path w="943610" h="1109979">
                  <a:moveTo>
                    <a:pt x="0" y="16001"/>
                  </a:moveTo>
                  <a:lnTo>
                    <a:pt x="914742" y="1098549"/>
                  </a:lnTo>
                  <a:lnTo>
                    <a:pt x="905217" y="1106550"/>
                  </a:lnTo>
                  <a:lnTo>
                    <a:pt x="940142" y="1109471"/>
                  </a:lnTo>
                  <a:lnTo>
                    <a:pt x="943063" y="1074546"/>
                  </a:lnTo>
                  <a:lnTo>
                    <a:pt x="933665" y="1082547"/>
                  </a:lnTo>
                  <a:lnTo>
                    <a:pt x="18910" y="0"/>
                  </a:lnTo>
                  <a:lnTo>
                    <a:pt x="0" y="16001"/>
                  </a:lnTo>
                </a:path>
              </a:pathLst>
            </a:custGeom>
            <a:ln w="12700">
              <a:solidFill>
                <a:srgbClr val="FF0000"/>
              </a:solidFill>
            </a:ln>
          </p:spPr>
          <p:txBody>
            <a:bodyPr wrap="square" lIns="0" tIns="0" rIns="0" bIns="0" rtlCol="0"/>
            <a:lstStyle/>
            <a:p>
              <a:endParaRPr/>
            </a:p>
          </p:txBody>
        </p:sp>
        <p:sp>
          <p:nvSpPr>
            <p:cNvPr id="14" name="object 14"/>
            <p:cNvSpPr/>
            <p:nvPr/>
          </p:nvSpPr>
          <p:spPr>
            <a:xfrm>
              <a:off x="651509" y="3771772"/>
              <a:ext cx="6217920" cy="6172200"/>
            </a:xfrm>
            <a:custGeom>
              <a:avLst/>
              <a:gdLst/>
              <a:ahLst/>
              <a:cxnLst/>
              <a:rect l="l" t="t" r="r" b="b"/>
              <a:pathLst>
                <a:path w="6217920" h="6172200">
                  <a:moveTo>
                    <a:pt x="0" y="6172199"/>
                  </a:moveTo>
                  <a:lnTo>
                    <a:pt x="6217920" y="6172199"/>
                  </a:lnTo>
                  <a:lnTo>
                    <a:pt x="6217920" y="0"/>
                  </a:lnTo>
                  <a:lnTo>
                    <a:pt x="0" y="0"/>
                  </a:lnTo>
                  <a:lnTo>
                    <a:pt x="0" y="6172199"/>
                  </a:lnTo>
                  <a:close/>
                </a:path>
              </a:pathLst>
            </a:custGeom>
            <a:ln w="19050">
              <a:solidFill>
                <a:srgbClr val="042333"/>
              </a:solidFill>
            </a:ln>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6469" y="546100"/>
            <a:ext cx="788026" cy="365668"/>
          </a:xfrm>
          <a:prstGeom prst="rect">
            <a:avLst/>
          </a:prstGeom>
        </p:spPr>
        <p:txBody>
          <a:bodyPr vert="horz" wrap="square" lIns="0" tIns="17073" rIns="0" bIns="0" rtlCol="0">
            <a:spAutoFit/>
          </a:bodyPr>
          <a:lstStyle/>
          <a:p>
            <a:pPr marL="17972">
              <a:spcBef>
                <a:spcPts val="134"/>
              </a:spcBef>
            </a:pPr>
            <a:r>
              <a:rPr sz="2264" b="1" spc="-14" dirty="0">
                <a:latin typeface="Cambria"/>
                <a:cs typeface="Cambria"/>
              </a:rPr>
              <a:t>After:</a:t>
            </a:r>
            <a:endParaRPr sz="2264" dirty="0">
              <a:latin typeface="Cambria"/>
              <a:cs typeface="Cambria"/>
            </a:endParaRPr>
          </a:p>
        </p:txBody>
      </p:sp>
      <p:grpSp>
        <p:nvGrpSpPr>
          <p:cNvPr id="3" name="object 3"/>
          <p:cNvGrpSpPr/>
          <p:nvPr/>
        </p:nvGrpSpPr>
        <p:grpSpPr>
          <a:xfrm>
            <a:off x="3176411" y="274404"/>
            <a:ext cx="7904515" cy="10144592"/>
            <a:chOff x="989330" y="1614106"/>
            <a:chExt cx="5586095" cy="7169150"/>
          </a:xfrm>
        </p:grpSpPr>
        <p:pic>
          <p:nvPicPr>
            <p:cNvPr id="4" name="object 4"/>
            <p:cNvPicPr/>
            <p:nvPr/>
          </p:nvPicPr>
          <p:blipFill>
            <a:blip r:embed="rId2" cstate="print"/>
            <a:stretch>
              <a:fillRect/>
            </a:stretch>
          </p:blipFill>
          <p:spPr>
            <a:xfrm>
              <a:off x="1017905" y="1642617"/>
              <a:ext cx="5528818" cy="7112000"/>
            </a:xfrm>
            <a:prstGeom prst="rect">
              <a:avLst/>
            </a:prstGeom>
          </p:spPr>
        </p:pic>
        <p:sp>
          <p:nvSpPr>
            <p:cNvPr id="5" name="object 5"/>
            <p:cNvSpPr/>
            <p:nvPr/>
          </p:nvSpPr>
          <p:spPr>
            <a:xfrm>
              <a:off x="1003617" y="1628393"/>
              <a:ext cx="5557520" cy="7140575"/>
            </a:xfrm>
            <a:custGeom>
              <a:avLst/>
              <a:gdLst/>
              <a:ahLst/>
              <a:cxnLst/>
              <a:rect l="l" t="t" r="r" b="b"/>
              <a:pathLst>
                <a:path w="5557520" h="7140575">
                  <a:moveTo>
                    <a:pt x="0" y="7140575"/>
                  </a:moveTo>
                  <a:lnTo>
                    <a:pt x="5557393" y="7140575"/>
                  </a:lnTo>
                  <a:lnTo>
                    <a:pt x="5557393" y="0"/>
                  </a:lnTo>
                  <a:lnTo>
                    <a:pt x="0" y="0"/>
                  </a:lnTo>
                  <a:lnTo>
                    <a:pt x="0" y="7140575"/>
                  </a:lnTo>
                  <a:close/>
                </a:path>
              </a:pathLst>
            </a:custGeom>
            <a:ln w="28575">
              <a:solidFill>
                <a:srgbClr val="000000"/>
              </a:solidFill>
            </a:ln>
          </p:spPr>
          <p:txBody>
            <a:bodyPr wrap="square" lIns="0" tIns="0" rIns="0" bIns="0" rtlCol="0"/>
            <a:lstStyle/>
            <a:p>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52668" y="527862"/>
            <a:ext cx="12957801" cy="2734082"/>
          </a:xfrm>
          <a:prstGeom prst="rect">
            <a:avLst/>
          </a:prstGeom>
        </p:spPr>
        <p:txBody>
          <a:bodyPr vert="horz" wrap="square" lIns="0" tIns="0" rIns="0" bIns="0" rtlCol="0">
            <a:spAutoFit/>
          </a:bodyPr>
          <a:lstStyle/>
          <a:p>
            <a:pPr marL="664955">
              <a:lnSpc>
                <a:spcPts val="2582"/>
              </a:lnSpc>
            </a:pPr>
            <a:r>
              <a:rPr sz="3200" b="1" spc="-14" dirty="0">
                <a:latin typeface="Cambria"/>
                <a:cs typeface="Cambria"/>
              </a:rPr>
              <a:t>2)</a:t>
            </a:r>
            <a:r>
              <a:rPr sz="3200" b="1" spc="-219" dirty="0">
                <a:latin typeface="Cambria"/>
                <a:cs typeface="Cambria"/>
              </a:rPr>
              <a:t> </a:t>
            </a:r>
            <a:r>
              <a:rPr sz="2800" b="1" dirty="0">
                <a:latin typeface="Cambria"/>
                <a:cs typeface="Cambria"/>
              </a:rPr>
              <a:t>Law</a:t>
            </a:r>
            <a:r>
              <a:rPr sz="2800" b="1" spc="-28" dirty="0">
                <a:latin typeface="Cambria"/>
                <a:cs typeface="Cambria"/>
              </a:rPr>
              <a:t> </a:t>
            </a:r>
            <a:r>
              <a:rPr sz="2800" b="1" dirty="0">
                <a:latin typeface="Cambria"/>
                <a:cs typeface="Cambria"/>
              </a:rPr>
              <a:t>of</a:t>
            </a:r>
            <a:r>
              <a:rPr sz="2800" b="1" spc="-35" dirty="0">
                <a:latin typeface="Cambria"/>
                <a:cs typeface="Cambria"/>
              </a:rPr>
              <a:t> </a:t>
            </a:r>
            <a:r>
              <a:rPr sz="2800" b="1" spc="-14" dirty="0">
                <a:latin typeface="Cambria"/>
                <a:cs typeface="Cambria"/>
              </a:rPr>
              <a:t>Proximity</a:t>
            </a:r>
            <a:endParaRPr sz="2800" dirty="0">
              <a:latin typeface="Cambria"/>
              <a:cs typeface="Cambria"/>
            </a:endParaRPr>
          </a:p>
          <a:p>
            <a:pPr marL="17972" marR="7189">
              <a:lnSpc>
                <a:spcPts val="2673"/>
              </a:lnSpc>
              <a:spcBef>
                <a:spcPts val="1755"/>
              </a:spcBef>
            </a:pPr>
            <a:r>
              <a:rPr sz="3200" dirty="0">
                <a:latin typeface="Cambria"/>
                <a:cs typeface="Cambria"/>
              </a:rPr>
              <a:t>The</a:t>
            </a:r>
            <a:r>
              <a:rPr sz="3200" spc="-64" dirty="0">
                <a:latin typeface="Cambria"/>
                <a:cs typeface="Cambria"/>
              </a:rPr>
              <a:t> </a:t>
            </a:r>
            <a:r>
              <a:rPr sz="3200" dirty="0">
                <a:latin typeface="Cambria"/>
                <a:cs typeface="Cambria"/>
              </a:rPr>
              <a:t>same</a:t>
            </a:r>
            <a:r>
              <a:rPr sz="3200" spc="-35" dirty="0">
                <a:latin typeface="Cambria"/>
                <a:cs typeface="Cambria"/>
              </a:rPr>
              <a:t> </a:t>
            </a:r>
            <a:r>
              <a:rPr sz="3200" dirty="0">
                <a:latin typeface="Cambria"/>
                <a:cs typeface="Cambria"/>
              </a:rPr>
              <a:t>previous</a:t>
            </a:r>
            <a:r>
              <a:rPr sz="3200" spc="-56" dirty="0">
                <a:latin typeface="Cambria"/>
                <a:cs typeface="Cambria"/>
              </a:rPr>
              <a:t> </a:t>
            </a:r>
            <a:r>
              <a:rPr sz="3200" dirty="0">
                <a:latin typeface="Cambria"/>
                <a:cs typeface="Cambria"/>
              </a:rPr>
              <a:t>example</a:t>
            </a:r>
            <a:r>
              <a:rPr sz="3200" spc="-56" dirty="0">
                <a:latin typeface="Cambria"/>
                <a:cs typeface="Cambria"/>
              </a:rPr>
              <a:t> </a:t>
            </a:r>
            <a:r>
              <a:rPr sz="3200" dirty="0">
                <a:latin typeface="Cambria"/>
                <a:cs typeface="Cambria"/>
              </a:rPr>
              <a:t>of</a:t>
            </a:r>
            <a:r>
              <a:rPr sz="3200" spc="-43" dirty="0">
                <a:latin typeface="Cambria"/>
                <a:cs typeface="Cambria"/>
              </a:rPr>
              <a:t> </a:t>
            </a:r>
            <a:r>
              <a:rPr sz="3200" dirty="0">
                <a:latin typeface="Cambria"/>
                <a:cs typeface="Cambria"/>
              </a:rPr>
              <a:t>the</a:t>
            </a:r>
            <a:r>
              <a:rPr sz="3200" spc="-35" dirty="0">
                <a:latin typeface="Cambria"/>
                <a:cs typeface="Cambria"/>
              </a:rPr>
              <a:t> </a:t>
            </a:r>
            <a:r>
              <a:rPr sz="3200" dirty="0">
                <a:latin typeface="Cambria"/>
                <a:cs typeface="Cambria"/>
              </a:rPr>
              <a:t>law</a:t>
            </a:r>
            <a:r>
              <a:rPr sz="3200" spc="-56" dirty="0">
                <a:latin typeface="Cambria"/>
                <a:cs typeface="Cambria"/>
              </a:rPr>
              <a:t> </a:t>
            </a:r>
            <a:r>
              <a:rPr sz="3200" dirty="0">
                <a:latin typeface="Cambria"/>
                <a:cs typeface="Cambria"/>
              </a:rPr>
              <a:t>of</a:t>
            </a:r>
            <a:r>
              <a:rPr sz="3200" spc="-43" dirty="0">
                <a:latin typeface="Cambria"/>
                <a:cs typeface="Cambria"/>
              </a:rPr>
              <a:t> </a:t>
            </a:r>
            <a:r>
              <a:rPr sz="3200" dirty="0">
                <a:latin typeface="Cambria"/>
                <a:cs typeface="Cambria"/>
              </a:rPr>
              <a:t>similarity</a:t>
            </a:r>
            <a:r>
              <a:rPr sz="3200" spc="-28" dirty="0">
                <a:latin typeface="Cambria"/>
                <a:cs typeface="Cambria"/>
              </a:rPr>
              <a:t> </a:t>
            </a:r>
            <a:r>
              <a:rPr sz="3200" dirty="0">
                <a:latin typeface="Cambria"/>
                <a:cs typeface="Cambria"/>
              </a:rPr>
              <a:t>applies</a:t>
            </a:r>
            <a:r>
              <a:rPr sz="3200" spc="-43" dirty="0">
                <a:latin typeface="Cambria"/>
                <a:cs typeface="Cambria"/>
              </a:rPr>
              <a:t> </a:t>
            </a:r>
            <a:r>
              <a:rPr sz="3200" dirty="0">
                <a:latin typeface="Cambria"/>
                <a:cs typeface="Cambria"/>
              </a:rPr>
              <a:t>here</a:t>
            </a:r>
            <a:r>
              <a:rPr sz="3200" spc="-43" dirty="0">
                <a:latin typeface="Cambria"/>
                <a:cs typeface="Cambria"/>
              </a:rPr>
              <a:t> </a:t>
            </a:r>
            <a:r>
              <a:rPr sz="3200" dirty="0">
                <a:latin typeface="Cambria"/>
                <a:cs typeface="Cambria"/>
              </a:rPr>
              <a:t>as</a:t>
            </a:r>
            <a:r>
              <a:rPr sz="3200" spc="-50" dirty="0">
                <a:latin typeface="Cambria"/>
                <a:cs typeface="Cambria"/>
              </a:rPr>
              <a:t> </a:t>
            </a:r>
            <a:r>
              <a:rPr sz="3200" spc="-28" dirty="0">
                <a:latin typeface="Cambria"/>
                <a:cs typeface="Cambria"/>
              </a:rPr>
              <a:t>well </a:t>
            </a:r>
            <a:r>
              <a:rPr sz="3200" dirty="0">
                <a:latin typeface="Cambria"/>
                <a:cs typeface="Cambria"/>
              </a:rPr>
              <a:t>since</a:t>
            </a:r>
            <a:r>
              <a:rPr sz="3200" spc="-50" dirty="0">
                <a:latin typeface="Cambria"/>
                <a:cs typeface="Cambria"/>
              </a:rPr>
              <a:t> </a:t>
            </a:r>
            <a:r>
              <a:rPr sz="3200" dirty="0">
                <a:latin typeface="Cambria"/>
                <a:cs typeface="Cambria"/>
              </a:rPr>
              <a:t>similar</a:t>
            </a:r>
            <a:r>
              <a:rPr sz="3200" spc="-43" dirty="0">
                <a:latin typeface="Cambria"/>
                <a:cs typeface="Cambria"/>
              </a:rPr>
              <a:t> </a:t>
            </a:r>
            <a:r>
              <a:rPr sz="3200" dirty="0">
                <a:latin typeface="Cambria"/>
                <a:cs typeface="Cambria"/>
              </a:rPr>
              <a:t>elements</a:t>
            </a:r>
            <a:r>
              <a:rPr sz="3200" spc="-50" dirty="0">
                <a:latin typeface="Cambria"/>
                <a:cs typeface="Cambria"/>
              </a:rPr>
              <a:t> </a:t>
            </a:r>
            <a:r>
              <a:rPr sz="3200" dirty="0">
                <a:latin typeface="Cambria"/>
                <a:cs typeface="Cambria"/>
              </a:rPr>
              <a:t>should</a:t>
            </a:r>
            <a:r>
              <a:rPr sz="3200" spc="-43" dirty="0">
                <a:latin typeface="Cambria"/>
                <a:cs typeface="Cambria"/>
              </a:rPr>
              <a:t> </a:t>
            </a:r>
            <a:r>
              <a:rPr sz="3200" dirty="0">
                <a:latin typeface="Cambria"/>
                <a:cs typeface="Cambria"/>
              </a:rPr>
              <a:t>be</a:t>
            </a:r>
            <a:r>
              <a:rPr sz="3200" spc="-28" dirty="0">
                <a:latin typeface="Cambria"/>
                <a:cs typeface="Cambria"/>
              </a:rPr>
              <a:t> </a:t>
            </a:r>
            <a:r>
              <a:rPr sz="3200" dirty="0">
                <a:latin typeface="Cambria"/>
                <a:cs typeface="Cambria"/>
              </a:rPr>
              <a:t>proximate</a:t>
            </a:r>
            <a:r>
              <a:rPr sz="3200" spc="-43" dirty="0">
                <a:latin typeface="Cambria"/>
                <a:cs typeface="Cambria"/>
              </a:rPr>
              <a:t> </a:t>
            </a:r>
            <a:r>
              <a:rPr sz="3200" dirty="0">
                <a:latin typeface="Cambria"/>
                <a:cs typeface="Cambria"/>
              </a:rPr>
              <a:t>to</a:t>
            </a:r>
            <a:r>
              <a:rPr sz="3200" spc="-35" dirty="0">
                <a:latin typeface="Cambria"/>
                <a:cs typeface="Cambria"/>
              </a:rPr>
              <a:t> </a:t>
            </a:r>
            <a:r>
              <a:rPr sz="3200" dirty="0">
                <a:latin typeface="Cambria"/>
                <a:cs typeface="Cambria"/>
              </a:rPr>
              <a:t>each</a:t>
            </a:r>
            <a:r>
              <a:rPr sz="3200" spc="-50" dirty="0">
                <a:latin typeface="Cambria"/>
                <a:cs typeface="Cambria"/>
              </a:rPr>
              <a:t> </a:t>
            </a:r>
            <a:r>
              <a:rPr sz="3200" spc="-14" dirty="0">
                <a:latin typeface="Cambria"/>
                <a:cs typeface="Cambria"/>
              </a:rPr>
              <a:t>other.</a:t>
            </a:r>
            <a:endParaRPr sz="3200" dirty="0">
              <a:latin typeface="Cambria"/>
              <a:cs typeface="Cambria"/>
            </a:endParaRPr>
          </a:p>
          <a:p>
            <a:pPr>
              <a:lnSpc>
                <a:spcPct val="100000"/>
              </a:lnSpc>
            </a:pPr>
            <a:endParaRPr sz="3200" dirty="0">
              <a:latin typeface="Cambria"/>
              <a:cs typeface="Cambria"/>
            </a:endParaRPr>
          </a:p>
          <a:p>
            <a:pPr>
              <a:spcBef>
                <a:spcPts val="14"/>
              </a:spcBef>
            </a:pPr>
            <a:endParaRPr sz="3200" dirty="0">
              <a:latin typeface="Cambria"/>
              <a:cs typeface="Cambria"/>
            </a:endParaRPr>
          </a:p>
          <a:p>
            <a:pPr marL="17972">
              <a:spcBef>
                <a:spcPts val="7"/>
              </a:spcBef>
            </a:pPr>
            <a:r>
              <a:rPr sz="3200" b="1" spc="-14" dirty="0">
                <a:latin typeface="Cambria"/>
                <a:cs typeface="Cambria"/>
              </a:rPr>
              <a:t>Before:</a:t>
            </a:r>
            <a:endParaRPr sz="3200" dirty="0">
              <a:latin typeface="Cambria"/>
              <a:cs typeface="Cambria"/>
            </a:endParaRPr>
          </a:p>
        </p:txBody>
      </p:sp>
      <p:sp>
        <p:nvSpPr>
          <p:cNvPr id="3" name="object 3"/>
          <p:cNvSpPr txBox="1"/>
          <p:nvPr/>
        </p:nvSpPr>
        <p:spPr>
          <a:xfrm>
            <a:off x="7431568" y="2748306"/>
            <a:ext cx="2287901" cy="571238"/>
          </a:xfrm>
          <a:prstGeom prst="rect">
            <a:avLst/>
          </a:prstGeom>
        </p:spPr>
        <p:txBody>
          <a:bodyPr vert="horz" wrap="square" lIns="0" tIns="17073" rIns="0" bIns="0" rtlCol="0">
            <a:spAutoFit/>
          </a:bodyPr>
          <a:lstStyle/>
          <a:p>
            <a:pPr marL="17972">
              <a:spcBef>
                <a:spcPts val="134"/>
              </a:spcBef>
            </a:pPr>
            <a:r>
              <a:rPr sz="3200" b="1" spc="-14" dirty="0">
                <a:latin typeface="Cambria"/>
                <a:cs typeface="Cambria"/>
              </a:rPr>
              <a:t>After</a:t>
            </a:r>
            <a:r>
              <a:rPr sz="3600" b="1" spc="-14" dirty="0">
                <a:latin typeface="Cambria"/>
                <a:cs typeface="Cambria"/>
              </a:rPr>
              <a:t>:</a:t>
            </a:r>
            <a:endParaRPr sz="3600" dirty="0">
              <a:latin typeface="Cambria"/>
              <a:cs typeface="Cambria"/>
            </a:endParaRPr>
          </a:p>
        </p:txBody>
      </p:sp>
      <p:grpSp>
        <p:nvGrpSpPr>
          <p:cNvPr id="4" name="object 4"/>
          <p:cNvGrpSpPr/>
          <p:nvPr/>
        </p:nvGrpSpPr>
        <p:grpSpPr>
          <a:xfrm>
            <a:off x="71801" y="3377143"/>
            <a:ext cx="6771754" cy="7286452"/>
            <a:chOff x="2437129" y="2181986"/>
            <a:chExt cx="2685415" cy="3581400"/>
          </a:xfrm>
        </p:grpSpPr>
        <p:pic>
          <p:nvPicPr>
            <p:cNvPr id="5" name="object 5"/>
            <p:cNvPicPr/>
            <p:nvPr/>
          </p:nvPicPr>
          <p:blipFill>
            <a:blip r:embed="rId2" cstate="print"/>
            <a:stretch>
              <a:fillRect/>
            </a:stretch>
          </p:blipFill>
          <p:spPr>
            <a:xfrm>
              <a:off x="2456179" y="2201036"/>
              <a:ext cx="2646934" cy="3543300"/>
            </a:xfrm>
            <a:prstGeom prst="rect">
              <a:avLst/>
            </a:prstGeom>
          </p:spPr>
        </p:pic>
        <p:sp>
          <p:nvSpPr>
            <p:cNvPr id="6" name="object 6"/>
            <p:cNvSpPr/>
            <p:nvPr/>
          </p:nvSpPr>
          <p:spPr>
            <a:xfrm>
              <a:off x="2446654" y="2191511"/>
              <a:ext cx="2666365" cy="3562350"/>
            </a:xfrm>
            <a:custGeom>
              <a:avLst/>
              <a:gdLst/>
              <a:ahLst/>
              <a:cxnLst/>
              <a:rect l="l" t="t" r="r" b="b"/>
              <a:pathLst>
                <a:path w="2666365" h="3562350">
                  <a:moveTo>
                    <a:pt x="0" y="3562350"/>
                  </a:moveTo>
                  <a:lnTo>
                    <a:pt x="2665984" y="3562350"/>
                  </a:lnTo>
                  <a:lnTo>
                    <a:pt x="2665984" y="0"/>
                  </a:lnTo>
                  <a:lnTo>
                    <a:pt x="0" y="0"/>
                  </a:lnTo>
                  <a:lnTo>
                    <a:pt x="0" y="3562350"/>
                  </a:lnTo>
                  <a:close/>
                </a:path>
              </a:pathLst>
            </a:custGeom>
            <a:ln w="19050">
              <a:solidFill>
                <a:srgbClr val="000000"/>
              </a:solidFill>
            </a:ln>
          </p:spPr>
          <p:txBody>
            <a:bodyPr wrap="square" lIns="0" tIns="0" rIns="0" bIns="0" rtlCol="0"/>
            <a:lstStyle/>
            <a:p>
              <a:endParaRPr/>
            </a:p>
          </p:txBody>
        </p:sp>
      </p:grpSp>
      <p:grpSp>
        <p:nvGrpSpPr>
          <p:cNvPr id="7" name="object 7"/>
          <p:cNvGrpSpPr/>
          <p:nvPr/>
        </p:nvGrpSpPr>
        <p:grpSpPr>
          <a:xfrm>
            <a:off x="6976268" y="3347215"/>
            <a:ext cx="7212755" cy="7346185"/>
            <a:chOff x="2408491" y="6265087"/>
            <a:chExt cx="2739390" cy="3507104"/>
          </a:xfrm>
        </p:grpSpPr>
        <p:pic>
          <p:nvPicPr>
            <p:cNvPr id="8" name="object 8"/>
            <p:cNvPicPr/>
            <p:nvPr/>
          </p:nvPicPr>
          <p:blipFill>
            <a:blip r:embed="rId3" cstate="print"/>
            <a:stretch>
              <a:fillRect/>
            </a:stretch>
          </p:blipFill>
          <p:spPr>
            <a:xfrm>
              <a:off x="2437130" y="6293662"/>
              <a:ext cx="2681986" cy="3449954"/>
            </a:xfrm>
            <a:prstGeom prst="rect">
              <a:avLst/>
            </a:prstGeom>
          </p:spPr>
        </p:pic>
        <p:sp>
          <p:nvSpPr>
            <p:cNvPr id="9" name="object 9"/>
            <p:cNvSpPr/>
            <p:nvPr/>
          </p:nvSpPr>
          <p:spPr>
            <a:xfrm>
              <a:off x="2422779" y="6279375"/>
              <a:ext cx="2710815" cy="3478529"/>
            </a:xfrm>
            <a:custGeom>
              <a:avLst/>
              <a:gdLst/>
              <a:ahLst/>
              <a:cxnLst/>
              <a:rect l="l" t="t" r="r" b="b"/>
              <a:pathLst>
                <a:path w="2710815" h="3478529">
                  <a:moveTo>
                    <a:pt x="0" y="3478529"/>
                  </a:moveTo>
                  <a:lnTo>
                    <a:pt x="2710561" y="3478529"/>
                  </a:lnTo>
                  <a:lnTo>
                    <a:pt x="2710561" y="0"/>
                  </a:lnTo>
                  <a:lnTo>
                    <a:pt x="0" y="0"/>
                  </a:lnTo>
                  <a:lnTo>
                    <a:pt x="0" y="3478529"/>
                  </a:lnTo>
                  <a:close/>
                </a:path>
              </a:pathLst>
            </a:custGeom>
            <a:ln w="28575">
              <a:solidFill>
                <a:srgbClr val="000000"/>
              </a:solidFill>
            </a:ln>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6880" y="1079500"/>
            <a:ext cx="6519069" cy="8126327"/>
          </a:xfrm>
          <a:prstGeom prst="rect">
            <a:avLst/>
          </a:prstGeom>
        </p:spPr>
        <p:txBody>
          <a:bodyPr vert="horz" wrap="square" lIns="0" tIns="0" rIns="0" bIns="0" rtlCol="0">
            <a:spAutoFit/>
          </a:bodyPr>
          <a:lstStyle/>
          <a:p>
            <a:pPr marL="664955">
              <a:lnSpc>
                <a:spcPts val="2582"/>
              </a:lnSpc>
            </a:pPr>
            <a:r>
              <a:rPr sz="2800" b="1" spc="-14" dirty="0">
                <a:latin typeface="Cambria"/>
                <a:cs typeface="Cambria"/>
              </a:rPr>
              <a:t>3)</a:t>
            </a:r>
            <a:r>
              <a:rPr sz="2800" b="1" spc="-219" dirty="0">
                <a:latin typeface="Cambria"/>
                <a:cs typeface="Cambria"/>
              </a:rPr>
              <a:t> </a:t>
            </a:r>
            <a:r>
              <a:rPr sz="2400" b="1" dirty="0">
                <a:latin typeface="Cambria"/>
                <a:cs typeface="Cambria"/>
              </a:rPr>
              <a:t>Law</a:t>
            </a:r>
            <a:r>
              <a:rPr sz="2400" b="1" spc="-28" dirty="0">
                <a:latin typeface="Cambria"/>
                <a:cs typeface="Cambria"/>
              </a:rPr>
              <a:t> </a:t>
            </a:r>
            <a:r>
              <a:rPr sz="2400" b="1" dirty="0">
                <a:latin typeface="Cambria"/>
                <a:cs typeface="Cambria"/>
              </a:rPr>
              <a:t>of</a:t>
            </a:r>
            <a:r>
              <a:rPr sz="2400" b="1" spc="-14" dirty="0">
                <a:latin typeface="Cambria"/>
                <a:cs typeface="Cambria"/>
              </a:rPr>
              <a:t> Symmetry</a:t>
            </a:r>
            <a:endParaRPr sz="2400" dirty="0">
              <a:latin typeface="Cambria"/>
              <a:cs typeface="Cambria"/>
            </a:endParaRPr>
          </a:p>
          <a:p>
            <a:pPr marL="17972" marR="385495">
              <a:lnSpc>
                <a:spcPct val="112400"/>
              </a:lnSpc>
              <a:spcBef>
                <a:spcPts val="1344"/>
              </a:spcBef>
            </a:pPr>
            <a:r>
              <a:rPr sz="2400" dirty="0">
                <a:latin typeface="Cambria"/>
                <a:cs typeface="Cambria"/>
              </a:rPr>
              <a:t>During</a:t>
            </a:r>
            <a:r>
              <a:rPr sz="2400" spc="-35" dirty="0">
                <a:latin typeface="Cambria"/>
                <a:cs typeface="Cambria"/>
              </a:rPr>
              <a:t> </a:t>
            </a:r>
            <a:r>
              <a:rPr sz="2400" dirty="0">
                <a:latin typeface="Cambria"/>
                <a:cs typeface="Cambria"/>
              </a:rPr>
              <a:t>our</a:t>
            </a:r>
            <a:r>
              <a:rPr sz="2400" spc="-35" dirty="0">
                <a:latin typeface="Cambria"/>
                <a:cs typeface="Cambria"/>
              </a:rPr>
              <a:t> </a:t>
            </a:r>
            <a:r>
              <a:rPr sz="2400" dirty="0">
                <a:latin typeface="Cambria"/>
                <a:cs typeface="Cambria"/>
              </a:rPr>
              <a:t>analysis</a:t>
            </a:r>
            <a:r>
              <a:rPr sz="2400" spc="-56" dirty="0">
                <a:latin typeface="Cambria"/>
                <a:cs typeface="Cambria"/>
              </a:rPr>
              <a:t> </a:t>
            </a:r>
            <a:r>
              <a:rPr sz="2400" dirty="0">
                <a:latin typeface="Cambria"/>
                <a:cs typeface="Cambria"/>
              </a:rPr>
              <a:t>of</a:t>
            </a:r>
            <a:r>
              <a:rPr sz="2400" spc="-43"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site,</a:t>
            </a:r>
            <a:r>
              <a:rPr sz="2400" spc="-50" dirty="0">
                <a:latin typeface="Cambria"/>
                <a:cs typeface="Cambria"/>
              </a:rPr>
              <a:t> </a:t>
            </a:r>
            <a:r>
              <a:rPr sz="2400" dirty="0">
                <a:latin typeface="Cambria"/>
                <a:cs typeface="Cambria"/>
              </a:rPr>
              <a:t>we</a:t>
            </a:r>
            <a:r>
              <a:rPr sz="2400" spc="-28" dirty="0">
                <a:latin typeface="Cambria"/>
                <a:cs typeface="Cambria"/>
              </a:rPr>
              <a:t> </a:t>
            </a:r>
            <a:r>
              <a:rPr sz="2400" dirty="0">
                <a:latin typeface="Cambria"/>
                <a:cs typeface="Cambria"/>
              </a:rPr>
              <a:t>noticed</a:t>
            </a:r>
            <a:r>
              <a:rPr sz="2400" spc="-28" dirty="0">
                <a:latin typeface="Cambria"/>
                <a:cs typeface="Cambria"/>
              </a:rPr>
              <a:t> </a:t>
            </a:r>
            <a:r>
              <a:rPr sz="2400" dirty="0">
                <a:latin typeface="Cambria"/>
                <a:cs typeface="Cambria"/>
              </a:rPr>
              <a:t>that</a:t>
            </a:r>
            <a:r>
              <a:rPr sz="2400" spc="-50" dirty="0">
                <a:latin typeface="Cambria"/>
                <a:cs typeface="Cambria"/>
              </a:rPr>
              <a:t> </a:t>
            </a:r>
            <a:r>
              <a:rPr sz="2400" dirty="0">
                <a:latin typeface="Cambria"/>
                <a:cs typeface="Cambria"/>
              </a:rPr>
              <a:t>when</a:t>
            </a:r>
            <a:r>
              <a:rPr sz="2400" spc="-28" dirty="0">
                <a:latin typeface="Cambria"/>
                <a:cs typeface="Cambria"/>
              </a:rPr>
              <a:t> </a:t>
            </a:r>
            <a:r>
              <a:rPr sz="2400" dirty="0">
                <a:latin typeface="Cambria"/>
                <a:cs typeface="Cambria"/>
              </a:rPr>
              <a:t>accessing</a:t>
            </a:r>
            <a:r>
              <a:rPr sz="2400" spc="-35" dirty="0">
                <a:latin typeface="Cambria"/>
                <a:cs typeface="Cambria"/>
              </a:rPr>
              <a:t> </a:t>
            </a:r>
            <a:r>
              <a:rPr sz="2400" dirty="0">
                <a:latin typeface="Cambria"/>
                <a:cs typeface="Cambria"/>
              </a:rPr>
              <a:t>most</a:t>
            </a:r>
            <a:r>
              <a:rPr sz="2400" spc="-28" dirty="0">
                <a:latin typeface="Cambria"/>
                <a:cs typeface="Cambria"/>
              </a:rPr>
              <a:t> </a:t>
            </a:r>
            <a:r>
              <a:rPr sz="2400" dirty="0">
                <a:latin typeface="Cambria"/>
                <a:cs typeface="Cambria"/>
              </a:rPr>
              <a:t>of</a:t>
            </a:r>
            <a:r>
              <a:rPr sz="2400" spc="-50" dirty="0">
                <a:latin typeface="Cambria"/>
                <a:cs typeface="Cambria"/>
              </a:rPr>
              <a:t> </a:t>
            </a:r>
            <a:r>
              <a:rPr sz="2400" dirty="0">
                <a:latin typeface="Cambria"/>
                <a:cs typeface="Cambria"/>
              </a:rPr>
              <a:t>the</a:t>
            </a:r>
            <a:r>
              <a:rPr sz="2400" spc="-35" dirty="0">
                <a:latin typeface="Cambria"/>
                <a:cs typeface="Cambria"/>
              </a:rPr>
              <a:t> </a:t>
            </a:r>
            <a:r>
              <a:rPr sz="2400" spc="-14" dirty="0">
                <a:latin typeface="Cambria"/>
                <a:cs typeface="Cambria"/>
              </a:rPr>
              <a:t>different </a:t>
            </a:r>
            <a:r>
              <a:rPr sz="2400" dirty="0">
                <a:latin typeface="Cambria"/>
                <a:cs typeface="Cambria"/>
              </a:rPr>
              <a:t>product</a:t>
            </a:r>
            <a:r>
              <a:rPr sz="2400" spc="-28" dirty="0">
                <a:latin typeface="Cambria"/>
                <a:cs typeface="Cambria"/>
              </a:rPr>
              <a:t> </a:t>
            </a:r>
            <a:r>
              <a:rPr sz="2400" dirty="0">
                <a:latin typeface="Cambria"/>
                <a:cs typeface="Cambria"/>
              </a:rPr>
              <a:t>sections,</a:t>
            </a:r>
            <a:r>
              <a:rPr sz="2400" spc="-28" dirty="0">
                <a:latin typeface="Cambria"/>
                <a:cs typeface="Cambria"/>
              </a:rPr>
              <a:t> </a:t>
            </a:r>
            <a:r>
              <a:rPr sz="2400" dirty="0">
                <a:latin typeface="Cambria"/>
                <a:cs typeface="Cambria"/>
              </a:rPr>
              <a:t>the</a:t>
            </a:r>
            <a:r>
              <a:rPr sz="2400" spc="-28" dirty="0">
                <a:latin typeface="Cambria"/>
                <a:cs typeface="Cambria"/>
              </a:rPr>
              <a:t> </a:t>
            </a:r>
            <a:r>
              <a:rPr sz="2400" dirty="0">
                <a:latin typeface="Cambria"/>
                <a:cs typeface="Cambria"/>
              </a:rPr>
              <a:t>pages</a:t>
            </a:r>
            <a:r>
              <a:rPr sz="2400" spc="-28" dirty="0">
                <a:latin typeface="Cambria"/>
                <a:cs typeface="Cambria"/>
              </a:rPr>
              <a:t> </a:t>
            </a:r>
            <a:r>
              <a:rPr sz="2400" dirty="0">
                <a:latin typeface="Cambria"/>
                <a:cs typeface="Cambria"/>
              </a:rPr>
              <a:t>did</a:t>
            </a:r>
            <a:r>
              <a:rPr sz="2400" spc="-50" dirty="0">
                <a:latin typeface="Cambria"/>
                <a:cs typeface="Cambria"/>
              </a:rPr>
              <a:t> </a:t>
            </a:r>
            <a:r>
              <a:rPr sz="2400" dirty="0">
                <a:latin typeface="Cambria"/>
                <a:cs typeface="Cambria"/>
              </a:rPr>
              <a:t>not</a:t>
            </a:r>
            <a:r>
              <a:rPr sz="2400" spc="-21" dirty="0">
                <a:latin typeface="Cambria"/>
                <a:cs typeface="Cambria"/>
              </a:rPr>
              <a:t> </a:t>
            </a:r>
            <a:r>
              <a:rPr sz="2400" dirty="0">
                <a:latin typeface="Cambria"/>
                <a:cs typeface="Cambria"/>
              </a:rPr>
              <a:t>apply</a:t>
            </a:r>
            <a:r>
              <a:rPr sz="2400" spc="-28"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law</a:t>
            </a:r>
            <a:r>
              <a:rPr sz="2400" spc="-28" dirty="0">
                <a:latin typeface="Cambria"/>
                <a:cs typeface="Cambria"/>
              </a:rPr>
              <a:t> </a:t>
            </a:r>
            <a:r>
              <a:rPr sz="2400" dirty="0">
                <a:latin typeface="Cambria"/>
                <a:cs typeface="Cambria"/>
              </a:rPr>
              <a:t>of</a:t>
            </a:r>
            <a:r>
              <a:rPr sz="2400" spc="-28" dirty="0">
                <a:latin typeface="Cambria"/>
                <a:cs typeface="Cambria"/>
              </a:rPr>
              <a:t> </a:t>
            </a:r>
            <a:r>
              <a:rPr sz="2400" dirty="0">
                <a:latin typeface="Cambria"/>
                <a:cs typeface="Cambria"/>
              </a:rPr>
              <a:t>symmetry</a:t>
            </a:r>
            <a:r>
              <a:rPr sz="2400" spc="-28" dirty="0">
                <a:latin typeface="Cambria"/>
                <a:cs typeface="Cambria"/>
              </a:rPr>
              <a:t> </a:t>
            </a:r>
            <a:r>
              <a:rPr sz="2400" dirty="0">
                <a:latin typeface="Cambria"/>
                <a:cs typeface="Cambria"/>
              </a:rPr>
              <a:t>due</a:t>
            </a:r>
            <a:r>
              <a:rPr sz="2400" spc="-43" dirty="0">
                <a:latin typeface="Cambria"/>
                <a:cs typeface="Cambria"/>
              </a:rPr>
              <a:t> </a:t>
            </a:r>
            <a:r>
              <a:rPr sz="2400" dirty="0">
                <a:latin typeface="Cambria"/>
                <a:cs typeface="Cambria"/>
              </a:rPr>
              <a:t>to</a:t>
            </a:r>
            <a:r>
              <a:rPr sz="2400" spc="-43" dirty="0">
                <a:latin typeface="Cambria"/>
                <a:cs typeface="Cambria"/>
              </a:rPr>
              <a:t> </a:t>
            </a:r>
            <a:r>
              <a:rPr sz="2400" dirty="0">
                <a:latin typeface="Cambria"/>
                <a:cs typeface="Cambria"/>
              </a:rPr>
              <a:t>the</a:t>
            </a:r>
            <a:r>
              <a:rPr sz="2400" spc="-21" dirty="0">
                <a:latin typeface="Cambria"/>
                <a:cs typeface="Cambria"/>
              </a:rPr>
              <a:t> </a:t>
            </a:r>
            <a:r>
              <a:rPr sz="2400" spc="-14" dirty="0">
                <a:latin typeface="Cambria"/>
                <a:cs typeface="Cambria"/>
              </a:rPr>
              <a:t>excessive </a:t>
            </a:r>
            <a:r>
              <a:rPr sz="2400" dirty="0">
                <a:latin typeface="Cambria"/>
                <a:cs typeface="Cambria"/>
              </a:rPr>
              <a:t>length</a:t>
            </a:r>
            <a:r>
              <a:rPr sz="2400" spc="-21" dirty="0">
                <a:latin typeface="Cambria"/>
                <a:cs typeface="Cambria"/>
              </a:rPr>
              <a:t> </a:t>
            </a:r>
            <a:r>
              <a:rPr sz="2400" dirty="0">
                <a:latin typeface="Cambria"/>
                <a:cs typeface="Cambria"/>
              </a:rPr>
              <a:t>of</a:t>
            </a:r>
            <a:r>
              <a:rPr sz="2400" spc="-43" dirty="0">
                <a:latin typeface="Cambria"/>
                <a:cs typeface="Cambria"/>
              </a:rPr>
              <a:t> </a:t>
            </a:r>
            <a:r>
              <a:rPr sz="2400" dirty="0">
                <a:latin typeface="Cambria"/>
                <a:cs typeface="Cambria"/>
              </a:rPr>
              <a:t>the</a:t>
            </a:r>
            <a:r>
              <a:rPr sz="2400" spc="-43" dirty="0">
                <a:latin typeface="Cambria"/>
                <a:cs typeface="Cambria"/>
              </a:rPr>
              <a:t> </a:t>
            </a:r>
            <a:r>
              <a:rPr sz="2400" dirty="0">
                <a:latin typeface="Cambria"/>
                <a:cs typeface="Cambria"/>
              </a:rPr>
              <a:t>pages</a:t>
            </a:r>
            <a:r>
              <a:rPr sz="2400" spc="-28" dirty="0">
                <a:latin typeface="Cambria"/>
                <a:cs typeface="Cambria"/>
              </a:rPr>
              <a:t> </a:t>
            </a:r>
            <a:r>
              <a:rPr sz="2400" dirty="0">
                <a:latin typeface="Cambria"/>
                <a:cs typeface="Cambria"/>
              </a:rPr>
              <a:t>resulting</a:t>
            </a:r>
            <a:r>
              <a:rPr sz="2400" spc="-35" dirty="0">
                <a:latin typeface="Cambria"/>
                <a:cs typeface="Cambria"/>
              </a:rPr>
              <a:t> </a:t>
            </a:r>
            <a:r>
              <a:rPr sz="2400" dirty="0">
                <a:latin typeface="Cambria"/>
                <a:cs typeface="Cambria"/>
              </a:rPr>
              <a:t>in</a:t>
            </a:r>
            <a:r>
              <a:rPr sz="2400" spc="-43" dirty="0">
                <a:latin typeface="Cambria"/>
                <a:cs typeface="Cambria"/>
              </a:rPr>
              <a:t> </a:t>
            </a:r>
            <a:r>
              <a:rPr sz="2400" dirty="0">
                <a:latin typeface="Cambria"/>
                <a:cs typeface="Cambria"/>
              </a:rPr>
              <a:t>the</a:t>
            </a:r>
            <a:r>
              <a:rPr sz="2400" spc="-43" dirty="0">
                <a:latin typeface="Cambria"/>
                <a:cs typeface="Cambria"/>
              </a:rPr>
              <a:t> </a:t>
            </a:r>
            <a:r>
              <a:rPr sz="2400" dirty="0">
                <a:latin typeface="Cambria"/>
                <a:cs typeface="Cambria"/>
              </a:rPr>
              <a:t>left</a:t>
            </a:r>
            <a:r>
              <a:rPr sz="2400" spc="-43" dirty="0">
                <a:latin typeface="Cambria"/>
                <a:cs typeface="Cambria"/>
              </a:rPr>
              <a:t> </a:t>
            </a:r>
            <a:r>
              <a:rPr sz="2400" dirty="0">
                <a:latin typeface="Cambria"/>
                <a:cs typeface="Cambria"/>
              </a:rPr>
              <a:t>side</a:t>
            </a:r>
            <a:r>
              <a:rPr sz="2400" spc="-21" dirty="0">
                <a:latin typeface="Cambria"/>
                <a:cs typeface="Cambria"/>
              </a:rPr>
              <a:t> </a:t>
            </a:r>
            <a:r>
              <a:rPr sz="2400" dirty="0">
                <a:latin typeface="Cambria"/>
                <a:cs typeface="Cambria"/>
              </a:rPr>
              <a:t>of</a:t>
            </a:r>
            <a:r>
              <a:rPr sz="2400" spc="-21" dirty="0">
                <a:latin typeface="Cambria"/>
                <a:cs typeface="Cambria"/>
              </a:rPr>
              <a:t> </a:t>
            </a:r>
            <a:r>
              <a:rPr sz="2400" dirty="0">
                <a:latin typeface="Cambria"/>
                <a:cs typeface="Cambria"/>
              </a:rPr>
              <a:t>the</a:t>
            </a:r>
            <a:r>
              <a:rPr sz="2400" spc="-28" dirty="0">
                <a:latin typeface="Cambria"/>
                <a:cs typeface="Cambria"/>
              </a:rPr>
              <a:t> </a:t>
            </a:r>
            <a:r>
              <a:rPr sz="2400" dirty="0">
                <a:latin typeface="Cambria"/>
                <a:cs typeface="Cambria"/>
              </a:rPr>
              <a:t>site</a:t>
            </a:r>
            <a:r>
              <a:rPr sz="2400" spc="-43" dirty="0">
                <a:latin typeface="Cambria"/>
                <a:cs typeface="Cambria"/>
              </a:rPr>
              <a:t> </a:t>
            </a:r>
            <a:r>
              <a:rPr sz="2400" dirty="0">
                <a:latin typeface="Cambria"/>
                <a:cs typeface="Cambria"/>
              </a:rPr>
              <a:t>appearing</a:t>
            </a:r>
            <a:r>
              <a:rPr sz="2400" spc="-21" dirty="0">
                <a:latin typeface="Cambria"/>
                <a:cs typeface="Cambria"/>
              </a:rPr>
              <a:t> </a:t>
            </a:r>
            <a:r>
              <a:rPr sz="2400" spc="-14" dirty="0">
                <a:latin typeface="Cambria"/>
                <a:cs typeface="Cambria"/>
              </a:rPr>
              <a:t>disproportionately empty.</a:t>
            </a:r>
            <a:endParaRPr sz="2400" dirty="0">
              <a:latin typeface="Cambria"/>
              <a:cs typeface="Cambria"/>
            </a:endParaRPr>
          </a:p>
          <a:p>
            <a:pPr marL="17972" marR="7189" indent="55712">
              <a:lnSpc>
                <a:spcPct val="112300"/>
              </a:lnSpc>
              <a:spcBef>
                <a:spcPts val="1422"/>
              </a:spcBef>
            </a:pPr>
            <a:r>
              <a:rPr sz="2400" dirty="0">
                <a:latin typeface="Cambria"/>
                <a:cs typeface="Cambria"/>
              </a:rPr>
              <a:t>to</a:t>
            </a:r>
            <a:r>
              <a:rPr sz="2400" spc="-28" dirty="0">
                <a:latin typeface="Cambria"/>
                <a:cs typeface="Cambria"/>
              </a:rPr>
              <a:t> </a:t>
            </a:r>
            <a:r>
              <a:rPr sz="2400" dirty="0">
                <a:latin typeface="Cambria"/>
                <a:cs typeface="Cambria"/>
              </a:rPr>
              <a:t>solve</a:t>
            </a:r>
            <a:r>
              <a:rPr sz="2400" spc="-35" dirty="0">
                <a:latin typeface="Cambria"/>
                <a:cs typeface="Cambria"/>
              </a:rPr>
              <a:t> </a:t>
            </a:r>
            <a:r>
              <a:rPr sz="2400" dirty="0">
                <a:latin typeface="Cambria"/>
                <a:cs typeface="Cambria"/>
              </a:rPr>
              <a:t>this</a:t>
            </a:r>
            <a:r>
              <a:rPr sz="2400" spc="-50" dirty="0">
                <a:latin typeface="Cambria"/>
                <a:cs typeface="Cambria"/>
              </a:rPr>
              <a:t> </a:t>
            </a:r>
            <a:r>
              <a:rPr sz="2400" dirty="0">
                <a:latin typeface="Cambria"/>
                <a:cs typeface="Cambria"/>
              </a:rPr>
              <a:t>issue,</a:t>
            </a:r>
            <a:r>
              <a:rPr sz="2400" spc="-35" dirty="0">
                <a:latin typeface="Cambria"/>
                <a:cs typeface="Cambria"/>
              </a:rPr>
              <a:t> </a:t>
            </a:r>
            <a:r>
              <a:rPr sz="2400" dirty="0">
                <a:latin typeface="Cambria"/>
                <a:cs typeface="Cambria"/>
              </a:rPr>
              <a:t>we</a:t>
            </a:r>
            <a:r>
              <a:rPr sz="2400" spc="-28" dirty="0">
                <a:latin typeface="Cambria"/>
                <a:cs typeface="Cambria"/>
              </a:rPr>
              <a:t> </a:t>
            </a:r>
            <a:r>
              <a:rPr sz="2400" dirty="0">
                <a:latin typeface="Cambria"/>
                <a:cs typeface="Cambria"/>
              </a:rPr>
              <a:t>made</a:t>
            </a:r>
            <a:r>
              <a:rPr sz="2400" spc="-43"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decision</a:t>
            </a:r>
            <a:r>
              <a:rPr sz="2400" spc="-28" dirty="0">
                <a:latin typeface="Cambria"/>
                <a:cs typeface="Cambria"/>
              </a:rPr>
              <a:t> </a:t>
            </a:r>
            <a:r>
              <a:rPr sz="2400" dirty="0">
                <a:latin typeface="Cambria"/>
                <a:cs typeface="Cambria"/>
              </a:rPr>
              <a:t>to</a:t>
            </a:r>
            <a:r>
              <a:rPr sz="2400" spc="-35" dirty="0">
                <a:latin typeface="Cambria"/>
                <a:cs typeface="Cambria"/>
              </a:rPr>
              <a:t> </a:t>
            </a:r>
            <a:r>
              <a:rPr sz="2400" dirty="0">
                <a:latin typeface="Cambria"/>
                <a:cs typeface="Cambria"/>
              </a:rPr>
              <a:t>create</a:t>
            </a:r>
            <a:r>
              <a:rPr sz="2400" spc="-21" dirty="0">
                <a:latin typeface="Cambria"/>
                <a:cs typeface="Cambria"/>
              </a:rPr>
              <a:t> </a:t>
            </a:r>
            <a:r>
              <a:rPr sz="2400" dirty="0">
                <a:latin typeface="Cambria"/>
                <a:cs typeface="Cambria"/>
              </a:rPr>
              <a:t>more</a:t>
            </a:r>
            <a:r>
              <a:rPr sz="2400" spc="-43" dirty="0">
                <a:latin typeface="Cambria"/>
                <a:cs typeface="Cambria"/>
              </a:rPr>
              <a:t> </a:t>
            </a:r>
            <a:r>
              <a:rPr sz="2400" dirty="0">
                <a:latin typeface="Cambria"/>
                <a:cs typeface="Cambria"/>
              </a:rPr>
              <a:t>subpages</a:t>
            </a:r>
            <a:r>
              <a:rPr sz="2400" spc="-28" dirty="0">
                <a:latin typeface="Cambria"/>
                <a:cs typeface="Cambria"/>
              </a:rPr>
              <a:t> </a:t>
            </a:r>
            <a:r>
              <a:rPr sz="2400" dirty="0">
                <a:latin typeface="Cambria"/>
                <a:cs typeface="Cambria"/>
              </a:rPr>
              <a:t>and</a:t>
            </a:r>
            <a:r>
              <a:rPr sz="2400" spc="-28" dirty="0">
                <a:latin typeface="Cambria"/>
                <a:cs typeface="Cambria"/>
              </a:rPr>
              <a:t> </a:t>
            </a:r>
            <a:r>
              <a:rPr sz="2400" dirty="0">
                <a:latin typeface="Cambria"/>
                <a:cs typeface="Cambria"/>
              </a:rPr>
              <a:t>make</a:t>
            </a:r>
            <a:r>
              <a:rPr sz="2400" spc="-35" dirty="0">
                <a:latin typeface="Cambria"/>
                <a:cs typeface="Cambria"/>
              </a:rPr>
              <a:t> </a:t>
            </a:r>
            <a:r>
              <a:rPr sz="2400" dirty="0">
                <a:latin typeface="Cambria"/>
                <a:cs typeface="Cambria"/>
              </a:rPr>
              <a:t>the</a:t>
            </a:r>
            <a:r>
              <a:rPr sz="2400" spc="-43" dirty="0">
                <a:latin typeface="Cambria"/>
                <a:cs typeface="Cambria"/>
              </a:rPr>
              <a:t> </a:t>
            </a:r>
            <a:r>
              <a:rPr sz="2400" spc="-28" dirty="0">
                <a:latin typeface="Cambria"/>
                <a:cs typeface="Cambria"/>
              </a:rPr>
              <a:t>site </a:t>
            </a:r>
            <a:r>
              <a:rPr sz="2400" dirty="0">
                <a:latin typeface="Cambria"/>
                <a:cs typeface="Cambria"/>
              </a:rPr>
              <a:t>shorter.</a:t>
            </a:r>
            <a:r>
              <a:rPr sz="2400" spc="-35" dirty="0">
                <a:latin typeface="Cambria"/>
                <a:cs typeface="Cambria"/>
              </a:rPr>
              <a:t> </a:t>
            </a:r>
            <a:r>
              <a:rPr sz="2400" dirty="0">
                <a:latin typeface="Cambria"/>
                <a:cs typeface="Cambria"/>
              </a:rPr>
              <a:t>Instead</a:t>
            </a:r>
            <a:r>
              <a:rPr sz="2400" spc="-35" dirty="0">
                <a:latin typeface="Cambria"/>
                <a:cs typeface="Cambria"/>
              </a:rPr>
              <a:t> </a:t>
            </a:r>
            <a:r>
              <a:rPr sz="2400" dirty="0">
                <a:latin typeface="Cambria"/>
                <a:cs typeface="Cambria"/>
              </a:rPr>
              <a:t>of</a:t>
            </a:r>
            <a:r>
              <a:rPr sz="2400" spc="-56" dirty="0">
                <a:latin typeface="Cambria"/>
                <a:cs typeface="Cambria"/>
              </a:rPr>
              <a:t> </a:t>
            </a:r>
            <a:r>
              <a:rPr sz="2400" dirty="0">
                <a:latin typeface="Cambria"/>
                <a:cs typeface="Cambria"/>
              </a:rPr>
              <a:t>constantly</a:t>
            </a:r>
            <a:r>
              <a:rPr sz="2400" spc="-56" dirty="0">
                <a:latin typeface="Cambria"/>
                <a:cs typeface="Cambria"/>
              </a:rPr>
              <a:t> </a:t>
            </a:r>
            <a:r>
              <a:rPr sz="2400" dirty="0">
                <a:latin typeface="Cambria"/>
                <a:cs typeface="Cambria"/>
              </a:rPr>
              <a:t>scrolling</a:t>
            </a:r>
            <a:r>
              <a:rPr sz="2400" spc="-56" dirty="0">
                <a:latin typeface="Cambria"/>
                <a:cs typeface="Cambria"/>
              </a:rPr>
              <a:t> </a:t>
            </a:r>
            <a:r>
              <a:rPr sz="2400" dirty="0">
                <a:latin typeface="Cambria"/>
                <a:cs typeface="Cambria"/>
              </a:rPr>
              <a:t>down</a:t>
            </a:r>
            <a:r>
              <a:rPr sz="2400" spc="-28" dirty="0">
                <a:latin typeface="Cambria"/>
                <a:cs typeface="Cambria"/>
              </a:rPr>
              <a:t> </a:t>
            </a:r>
            <a:r>
              <a:rPr sz="2400" dirty="0">
                <a:latin typeface="Cambria"/>
                <a:cs typeface="Cambria"/>
              </a:rPr>
              <a:t>past</a:t>
            </a:r>
            <a:r>
              <a:rPr sz="2400" spc="-50"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left</a:t>
            </a:r>
            <a:r>
              <a:rPr sz="2400" spc="-35" dirty="0">
                <a:latin typeface="Cambria"/>
                <a:cs typeface="Cambria"/>
              </a:rPr>
              <a:t> </a:t>
            </a:r>
            <a:r>
              <a:rPr sz="2400" dirty="0">
                <a:latin typeface="Cambria"/>
                <a:cs typeface="Cambria"/>
              </a:rPr>
              <a:t>menu,</a:t>
            </a:r>
            <a:r>
              <a:rPr sz="2400" spc="-35" dirty="0">
                <a:latin typeface="Cambria"/>
                <a:cs typeface="Cambria"/>
              </a:rPr>
              <a:t> </a:t>
            </a:r>
            <a:r>
              <a:rPr sz="2400" dirty="0">
                <a:latin typeface="Cambria"/>
                <a:cs typeface="Cambria"/>
              </a:rPr>
              <a:t>content</a:t>
            </a:r>
            <a:r>
              <a:rPr sz="2400" spc="-50" dirty="0">
                <a:latin typeface="Cambria"/>
                <a:cs typeface="Cambria"/>
              </a:rPr>
              <a:t> </a:t>
            </a:r>
            <a:r>
              <a:rPr sz="2400" dirty="0">
                <a:latin typeface="Cambria"/>
                <a:cs typeface="Cambria"/>
              </a:rPr>
              <a:t>now</a:t>
            </a:r>
            <a:r>
              <a:rPr sz="2400" spc="-50" dirty="0">
                <a:latin typeface="Cambria"/>
                <a:cs typeface="Cambria"/>
              </a:rPr>
              <a:t> </a:t>
            </a:r>
            <a:r>
              <a:rPr sz="2400" dirty="0">
                <a:latin typeface="Cambria"/>
                <a:cs typeface="Cambria"/>
              </a:rPr>
              <a:t>flows</a:t>
            </a:r>
            <a:r>
              <a:rPr sz="2400" spc="-35" dirty="0">
                <a:latin typeface="Cambria"/>
                <a:cs typeface="Cambria"/>
              </a:rPr>
              <a:t> to </a:t>
            </a:r>
            <a:r>
              <a:rPr sz="2400" dirty="0">
                <a:latin typeface="Cambria"/>
                <a:cs typeface="Cambria"/>
              </a:rPr>
              <a:t>the</a:t>
            </a:r>
            <a:r>
              <a:rPr sz="2400" spc="-64" dirty="0">
                <a:latin typeface="Cambria"/>
                <a:cs typeface="Cambria"/>
              </a:rPr>
              <a:t> </a:t>
            </a:r>
            <a:r>
              <a:rPr sz="2400" dirty="0">
                <a:latin typeface="Cambria"/>
                <a:cs typeface="Cambria"/>
              </a:rPr>
              <a:t>next</a:t>
            </a:r>
            <a:r>
              <a:rPr sz="2400" spc="-35" dirty="0">
                <a:latin typeface="Cambria"/>
                <a:cs typeface="Cambria"/>
              </a:rPr>
              <a:t> </a:t>
            </a:r>
            <a:r>
              <a:rPr sz="2400" dirty="0">
                <a:latin typeface="Cambria"/>
                <a:cs typeface="Cambria"/>
              </a:rPr>
              <a:t>menu</a:t>
            </a:r>
            <a:r>
              <a:rPr sz="2400" spc="-50" dirty="0">
                <a:latin typeface="Cambria"/>
                <a:cs typeface="Cambria"/>
              </a:rPr>
              <a:t> </a:t>
            </a:r>
            <a:r>
              <a:rPr sz="2400" dirty="0">
                <a:latin typeface="Cambria"/>
                <a:cs typeface="Cambria"/>
              </a:rPr>
              <a:t>page,</a:t>
            </a:r>
            <a:r>
              <a:rPr sz="2400" spc="-56" dirty="0">
                <a:latin typeface="Cambria"/>
                <a:cs typeface="Cambria"/>
              </a:rPr>
              <a:t> </a:t>
            </a:r>
            <a:r>
              <a:rPr sz="2400" dirty="0">
                <a:latin typeface="Cambria"/>
                <a:cs typeface="Cambria"/>
              </a:rPr>
              <a:t>which</a:t>
            </a:r>
            <a:r>
              <a:rPr sz="2400" spc="-50" dirty="0">
                <a:latin typeface="Cambria"/>
                <a:cs typeface="Cambria"/>
              </a:rPr>
              <a:t> </a:t>
            </a:r>
            <a:r>
              <a:rPr sz="2400" dirty="0">
                <a:latin typeface="Cambria"/>
                <a:cs typeface="Cambria"/>
              </a:rPr>
              <a:t>effectively</a:t>
            </a:r>
            <a:r>
              <a:rPr sz="2400" spc="-43" dirty="0">
                <a:latin typeface="Cambria"/>
                <a:cs typeface="Cambria"/>
              </a:rPr>
              <a:t> </a:t>
            </a:r>
            <a:r>
              <a:rPr sz="2400" dirty="0">
                <a:latin typeface="Cambria"/>
                <a:cs typeface="Cambria"/>
              </a:rPr>
              <a:t>reduces</a:t>
            </a:r>
            <a:r>
              <a:rPr sz="2400" spc="-64" dirty="0">
                <a:latin typeface="Cambria"/>
                <a:cs typeface="Cambria"/>
              </a:rPr>
              <a:t> </a:t>
            </a:r>
            <a:r>
              <a:rPr sz="2400" dirty="0">
                <a:latin typeface="Cambria"/>
                <a:cs typeface="Cambria"/>
              </a:rPr>
              <a:t>the</a:t>
            </a:r>
            <a:r>
              <a:rPr sz="2400" spc="-35" dirty="0">
                <a:latin typeface="Cambria"/>
                <a:cs typeface="Cambria"/>
              </a:rPr>
              <a:t> </a:t>
            </a:r>
            <a:r>
              <a:rPr sz="2400" dirty="0">
                <a:latin typeface="Cambria"/>
                <a:cs typeface="Cambria"/>
              </a:rPr>
              <a:t>amount</a:t>
            </a:r>
            <a:r>
              <a:rPr sz="2400" spc="-56" dirty="0">
                <a:latin typeface="Cambria"/>
                <a:cs typeface="Cambria"/>
              </a:rPr>
              <a:t> </a:t>
            </a:r>
            <a:r>
              <a:rPr sz="2400" dirty="0">
                <a:latin typeface="Cambria"/>
                <a:cs typeface="Cambria"/>
              </a:rPr>
              <a:t>of</a:t>
            </a:r>
            <a:r>
              <a:rPr sz="2400" spc="-50" dirty="0">
                <a:latin typeface="Cambria"/>
                <a:cs typeface="Cambria"/>
              </a:rPr>
              <a:t> </a:t>
            </a:r>
            <a:r>
              <a:rPr sz="2400" dirty="0">
                <a:latin typeface="Cambria"/>
                <a:cs typeface="Cambria"/>
              </a:rPr>
              <a:t>empty</a:t>
            </a:r>
            <a:r>
              <a:rPr sz="2400" spc="-43" dirty="0">
                <a:latin typeface="Cambria"/>
                <a:cs typeface="Cambria"/>
              </a:rPr>
              <a:t> </a:t>
            </a:r>
            <a:r>
              <a:rPr sz="2400" dirty="0">
                <a:latin typeface="Cambria"/>
                <a:cs typeface="Cambria"/>
              </a:rPr>
              <a:t>white</a:t>
            </a:r>
            <a:r>
              <a:rPr sz="2400" spc="-43" dirty="0">
                <a:latin typeface="Cambria"/>
                <a:cs typeface="Cambria"/>
              </a:rPr>
              <a:t> </a:t>
            </a:r>
            <a:r>
              <a:rPr sz="2400" dirty="0">
                <a:latin typeface="Cambria"/>
                <a:cs typeface="Cambria"/>
              </a:rPr>
              <a:t>space.</a:t>
            </a:r>
            <a:r>
              <a:rPr sz="2400" spc="-50" dirty="0">
                <a:latin typeface="Cambria"/>
                <a:cs typeface="Cambria"/>
              </a:rPr>
              <a:t> </a:t>
            </a:r>
            <a:r>
              <a:rPr sz="2400" spc="-14" dirty="0">
                <a:latin typeface="Cambria"/>
                <a:cs typeface="Cambria"/>
              </a:rPr>
              <a:t>Below </a:t>
            </a:r>
            <a:r>
              <a:rPr sz="2400" dirty="0">
                <a:latin typeface="Cambria"/>
                <a:cs typeface="Cambria"/>
              </a:rPr>
              <a:t>is</a:t>
            </a:r>
            <a:r>
              <a:rPr sz="2400" spc="-28" dirty="0">
                <a:latin typeface="Cambria"/>
                <a:cs typeface="Cambria"/>
              </a:rPr>
              <a:t> </a:t>
            </a:r>
            <a:r>
              <a:rPr sz="2400" dirty="0">
                <a:latin typeface="Cambria"/>
                <a:cs typeface="Cambria"/>
              </a:rPr>
              <a:t>an</a:t>
            </a:r>
            <a:r>
              <a:rPr sz="2400" spc="-35" dirty="0">
                <a:latin typeface="Cambria"/>
                <a:cs typeface="Cambria"/>
              </a:rPr>
              <a:t> </a:t>
            </a:r>
            <a:r>
              <a:rPr sz="2400" dirty="0">
                <a:latin typeface="Cambria"/>
                <a:cs typeface="Cambria"/>
              </a:rPr>
              <a:t>example</a:t>
            </a:r>
            <a:r>
              <a:rPr sz="2400" spc="-35" dirty="0">
                <a:latin typeface="Cambria"/>
                <a:cs typeface="Cambria"/>
              </a:rPr>
              <a:t> </a:t>
            </a:r>
            <a:r>
              <a:rPr sz="2400" dirty="0">
                <a:latin typeface="Cambria"/>
                <a:cs typeface="Cambria"/>
              </a:rPr>
              <a:t>of</a:t>
            </a:r>
            <a:r>
              <a:rPr sz="2400" spc="-35" dirty="0">
                <a:latin typeface="Cambria"/>
                <a:cs typeface="Cambria"/>
              </a:rPr>
              <a:t> </a:t>
            </a:r>
            <a:r>
              <a:rPr sz="2400" dirty="0">
                <a:latin typeface="Cambria"/>
                <a:cs typeface="Cambria"/>
              </a:rPr>
              <a:t>one</a:t>
            </a:r>
            <a:r>
              <a:rPr sz="2400" spc="-43" dirty="0">
                <a:latin typeface="Cambria"/>
                <a:cs typeface="Cambria"/>
              </a:rPr>
              <a:t> </a:t>
            </a:r>
            <a:r>
              <a:rPr sz="2400" dirty="0">
                <a:latin typeface="Cambria"/>
                <a:cs typeface="Cambria"/>
              </a:rPr>
              <a:t>of</a:t>
            </a:r>
            <a:r>
              <a:rPr sz="2400" spc="-21"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pages</a:t>
            </a:r>
            <a:r>
              <a:rPr sz="2400" spc="-43" dirty="0">
                <a:latin typeface="Cambria"/>
                <a:cs typeface="Cambria"/>
              </a:rPr>
              <a:t> </a:t>
            </a:r>
            <a:r>
              <a:rPr sz="2400" dirty="0">
                <a:latin typeface="Cambria"/>
                <a:cs typeface="Cambria"/>
              </a:rPr>
              <a:t>before</a:t>
            </a:r>
            <a:r>
              <a:rPr sz="2400" spc="-35" dirty="0">
                <a:latin typeface="Cambria"/>
                <a:cs typeface="Cambria"/>
              </a:rPr>
              <a:t> </a:t>
            </a:r>
            <a:r>
              <a:rPr sz="2400" dirty="0">
                <a:latin typeface="Cambria"/>
                <a:cs typeface="Cambria"/>
              </a:rPr>
              <a:t>and</a:t>
            </a:r>
            <a:r>
              <a:rPr sz="2400" spc="-21" dirty="0">
                <a:latin typeface="Cambria"/>
                <a:cs typeface="Cambria"/>
              </a:rPr>
              <a:t> </a:t>
            </a:r>
            <a:r>
              <a:rPr sz="2400" dirty="0">
                <a:latin typeface="Cambria"/>
                <a:cs typeface="Cambria"/>
              </a:rPr>
              <a:t>after</a:t>
            </a:r>
            <a:r>
              <a:rPr sz="2400" spc="-21"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redesign.</a:t>
            </a:r>
            <a:r>
              <a:rPr sz="2400" spc="-21" dirty="0">
                <a:latin typeface="Cambria"/>
                <a:cs typeface="Cambria"/>
              </a:rPr>
              <a:t> </a:t>
            </a:r>
            <a:r>
              <a:rPr sz="2400" dirty="0">
                <a:latin typeface="Cambria"/>
                <a:cs typeface="Cambria"/>
              </a:rPr>
              <a:t>This</a:t>
            </a:r>
            <a:r>
              <a:rPr sz="2400" spc="-21" dirty="0">
                <a:latin typeface="Cambria"/>
                <a:cs typeface="Cambria"/>
              </a:rPr>
              <a:t> </a:t>
            </a:r>
            <a:r>
              <a:rPr sz="2400" dirty="0">
                <a:latin typeface="Cambria"/>
                <a:cs typeface="Cambria"/>
              </a:rPr>
              <a:t>procedure</a:t>
            </a:r>
            <a:r>
              <a:rPr sz="2400" spc="-21" dirty="0">
                <a:latin typeface="Cambria"/>
                <a:cs typeface="Cambria"/>
              </a:rPr>
              <a:t> </a:t>
            </a:r>
            <a:r>
              <a:rPr sz="2400" spc="-14" dirty="0">
                <a:latin typeface="Cambria"/>
                <a:cs typeface="Cambria"/>
              </a:rPr>
              <a:t>applies </a:t>
            </a:r>
            <a:r>
              <a:rPr sz="2400" dirty="0">
                <a:latin typeface="Cambria"/>
                <a:cs typeface="Cambria"/>
              </a:rPr>
              <a:t>to</a:t>
            </a:r>
            <a:r>
              <a:rPr sz="2400" spc="-21" dirty="0">
                <a:latin typeface="Cambria"/>
                <a:cs typeface="Cambria"/>
              </a:rPr>
              <a:t> </a:t>
            </a:r>
            <a:r>
              <a:rPr sz="2400" dirty="0">
                <a:latin typeface="Cambria"/>
                <a:cs typeface="Cambria"/>
              </a:rPr>
              <a:t>all</a:t>
            </a:r>
            <a:r>
              <a:rPr sz="2400" spc="-14" dirty="0">
                <a:latin typeface="Cambria"/>
                <a:cs typeface="Cambria"/>
              </a:rPr>
              <a:t> </a:t>
            </a:r>
            <a:r>
              <a:rPr sz="2400" dirty="0">
                <a:latin typeface="Cambria"/>
                <a:cs typeface="Cambria"/>
              </a:rPr>
              <a:t>pages</a:t>
            </a:r>
            <a:r>
              <a:rPr sz="2400" spc="-50" dirty="0">
                <a:latin typeface="Cambria"/>
                <a:cs typeface="Cambria"/>
              </a:rPr>
              <a:t> </a:t>
            </a:r>
            <a:r>
              <a:rPr sz="2400" dirty="0">
                <a:latin typeface="Cambria"/>
                <a:cs typeface="Cambria"/>
              </a:rPr>
              <a:t>of</a:t>
            </a:r>
            <a:r>
              <a:rPr sz="2400" spc="-14"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site</a:t>
            </a:r>
            <a:r>
              <a:rPr sz="2400" spc="-21" dirty="0">
                <a:latin typeface="Cambria"/>
                <a:cs typeface="Cambria"/>
              </a:rPr>
              <a:t> </a:t>
            </a:r>
            <a:r>
              <a:rPr sz="2400" dirty="0">
                <a:latin typeface="Cambria"/>
                <a:cs typeface="Cambria"/>
              </a:rPr>
              <a:t>that</a:t>
            </a:r>
            <a:r>
              <a:rPr sz="2400" spc="-28" dirty="0">
                <a:latin typeface="Cambria"/>
                <a:cs typeface="Cambria"/>
              </a:rPr>
              <a:t> </a:t>
            </a:r>
            <a:r>
              <a:rPr sz="2400" dirty="0">
                <a:latin typeface="Cambria"/>
                <a:cs typeface="Cambria"/>
              </a:rPr>
              <a:t>have</a:t>
            </a:r>
            <a:r>
              <a:rPr sz="2400" spc="-43"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same</a:t>
            </a:r>
            <a:r>
              <a:rPr sz="2400" spc="-35" dirty="0">
                <a:latin typeface="Cambria"/>
                <a:cs typeface="Cambria"/>
              </a:rPr>
              <a:t> </a:t>
            </a:r>
            <a:r>
              <a:rPr sz="2400" spc="-14" dirty="0">
                <a:latin typeface="Cambria"/>
                <a:cs typeface="Cambria"/>
              </a:rPr>
              <a:t>problem.</a:t>
            </a:r>
            <a:endParaRPr lang="ar-SA" sz="2400" spc="-14" dirty="0">
              <a:latin typeface="Cambria"/>
              <a:cs typeface="Cambria"/>
            </a:endParaRPr>
          </a:p>
          <a:p>
            <a:pPr marL="17972" marR="7189" indent="55712">
              <a:lnSpc>
                <a:spcPct val="112300"/>
              </a:lnSpc>
              <a:spcBef>
                <a:spcPts val="1422"/>
              </a:spcBef>
            </a:pPr>
            <a:endParaRPr sz="2400" dirty="0">
              <a:latin typeface="Cambria"/>
              <a:cs typeface="Cambria"/>
            </a:endParaRPr>
          </a:p>
          <a:p>
            <a:pPr marL="17972">
              <a:spcBef>
                <a:spcPts val="1712"/>
              </a:spcBef>
            </a:pPr>
            <a:r>
              <a:rPr lang="ar-SA" sz="2800" b="1" spc="-14" dirty="0">
                <a:latin typeface="Cambria"/>
                <a:cs typeface="Cambria"/>
              </a:rPr>
              <a:t>         </a:t>
            </a:r>
            <a:r>
              <a:rPr sz="2800" b="1" spc="-14" dirty="0">
                <a:latin typeface="Cambria"/>
                <a:cs typeface="Cambria"/>
              </a:rPr>
              <a:t>Before:</a:t>
            </a:r>
            <a:endParaRPr sz="2800" dirty="0">
              <a:latin typeface="Cambria"/>
              <a:cs typeface="Cambria"/>
            </a:endParaRPr>
          </a:p>
        </p:txBody>
      </p:sp>
      <p:grpSp>
        <p:nvGrpSpPr>
          <p:cNvPr id="3" name="object 3"/>
          <p:cNvGrpSpPr/>
          <p:nvPr/>
        </p:nvGrpSpPr>
        <p:grpSpPr>
          <a:xfrm>
            <a:off x="6976269" y="-251155"/>
            <a:ext cx="8001000" cy="10944556"/>
            <a:chOff x="717232" y="3460432"/>
            <a:chExt cx="3514725" cy="6840855"/>
          </a:xfrm>
        </p:grpSpPr>
        <p:pic>
          <p:nvPicPr>
            <p:cNvPr id="4" name="object 4"/>
            <p:cNvPicPr/>
            <p:nvPr/>
          </p:nvPicPr>
          <p:blipFill>
            <a:blip r:embed="rId2" cstate="print"/>
            <a:stretch>
              <a:fillRect/>
            </a:stretch>
          </p:blipFill>
          <p:spPr>
            <a:xfrm>
              <a:off x="1181100" y="3698493"/>
              <a:ext cx="2608579" cy="6453504"/>
            </a:xfrm>
            <a:prstGeom prst="rect">
              <a:avLst/>
            </a:prstGeom>
          </p:spPr>
        </p:pic>
        <p:sp>
          <p:nvSpPr>
            <p:cNvPr id="5" name="object 5"/>
            <p:cNvSpPr/>
            <p:nvPr/>
          </p:nvSpPr>
          <p:spPr>
            <a:xfrm>
              <a:off x="1166812" y="3684218"/>
              <a:ext cx="2637155" cy="6482080"/>
            </a:xfrm>
            <a:custGeom>
              <a:avLst/>
              <a:gdLst/>
              <a:ahLst/>
              <a:cxnLst/>
              <a:rect l="l" t="t" r="r" b="b"/>
              <a:pathLst>
                <a:path w="2637154" h="6482080">
                  <a:moveTo>
                    <a:pt x="0" y="6482080"/>
                  </a:moveTo>
                  <a:lnTo>
                    <a:pt x="2637154" y="6482080"/>
                  </a:lnTo>
                  <a:lnTo>
                    <a:pt x="2637154" y="0"/>
                  </a:lnTo>
                  <a:lnTo>
                    <a:pt x="0" y="0"/>
                  </a:lnTo>
                  <a:lnTo>
                    <a:pt x="0" y="6482080"/>
                  </a:lnTo>
                  <a:close/>
                </a:path>
              </a:pathLst>
            </a:custGeom>
            <a:ln w="28574">
              <a:solidFill>
                <a:srgbClr val="000000"/>
              </a:solidFill>
            </a:ln>
          </p:spPr>
          <p:txBody>
            <a:bodyPr wrap="square" lIns="0" tIns="0" rIns="0" bIns="0" rtlCol="0"/>
            <a:lstStyle/>
            <a:p>
              <a:endParaRPr/>
            </a:p>
          </p:txBody>
        </p:sp>
        <p:sp>
          <p:nvSpPr>
            <p:cNvPr id="6" name="object 6"/>
            <p:cNvSpPr/>
            <p:nvPr/>
          </p:nvSpPr>
          <p:spPr>
            <a:xfrm>
              <a:off x="1017269" y="6446799"/>
              <a:ext cx="720090" cy="3749040"/>
            </a:xfrm>
            <a:custGeom>
              <a:avLst/>
              <a:gdLst/>
              <a:ahLst/>
              <a:cxnLst/>
              <a:rect l="l" t="t" r="r" b="b"/>
              <a:pathLst>
                <a:path w="720089" h="3749040">
                  <a:moveTo>
                    <a:pt x="0" y="3749040"/>
                  </a:moveTo>
                  <a:lnTo>
                    <a:pt x="720090" y="3749040"/>
                  </a:lnTo>
                  <a:lnTo>
                    <a:pt x="720090" y="0"/>
                  </a:lnTo>
                  <a:lnTo>
                    <a:pt x="0" y="0"/>
                  </a:lnTo>
                  <a:lnTo>
                    <a:pt x="0" y="3749040"/>
                  </a:lnTo>
                  <a:close/>
                </a:path>
              </a:pathLst>
            </a:custGeom>
            <a:ln w="19050">
              <a:solidFill>
                <a:srgbClr val="FF0000"/>
              </a:solidFill>
            </a:ln>
          </p:spPr>
          <p:txBody>
            <a:bodyPr wrap="square" lIns="0" tIns="0" rIns="0" bIns="0" rtlCol="0"/>
            <a:lstStyle/>
            <a:p>
              <a:endParaRPr/>
            </a:p>
          </p:txBody>
        </p:sp>
        <p:sp>
          <p:nvSpPr>
            <p:cNvPr id="7" name="object 7"/>
            <p:cNvSpPr/>
            <p:nvPr/>
          </p:nvSpPr>
          <p:spPr>
            <a:xfrm>
              <a:off x="2446019" y="3550919"/>
              <a:ext cx="22860" cy="6701790"/>
            </a:xfrm>
            <a:custGeom>
              <a:avLst/>
              <a:gdLst/>
              <a:ahLst/>
              <a:cxnLst/>
              <a:rect l="l" t="t" r="r" b="b"/>
              <a:pathLst>
                <a:path w="22860" h="6701790">
                  <a:moveTo>
                    <a:pt x="22860" y="0"/>
                  </a:moveTo>
                  <a:lnTo>
                    <a:pt x="0" y="6701790"/>
                  </a:lnTo>
                </a:path>
              </a:pathLst>
            </a:custGeom>
            <a:ln w="28575">
              <a:solidFill>
                <a:srgbClr val="E97031"/>
              </a:solidFill>
            </a:ln>
          </p:spPr>
          <p:txBody>
            <a:bodyPr wrap="square" lIns="0" tIns="0" rIns="0" bIns="0" rtlCol="0"/>
            <a:lstStyle/>
            <a:p>
              <a:endParaRPr/>
            </a:p>
          </p:txBody>
        </p:sp>
        <p:sp>
          <p:nvSpPr>
            <p:cNvPr id="8" name="object 8"/>
            <p:cNvSpPr/>
            <p:nvPr/>
          </p:nvSpPr>
          <p:spPr>
            <a:xfrm>
              <a:off x="731519" y="3474719"/>
              <a:ext cx="3486150" cy="6812280"/>
            </a:xfrm>
            <a:custGeom>
              <a:avLst/>
              <a:gdLst/>
              <a:ahLst/>
              <a:cxnLst/>
              <a:rect l="l" t="t" r="r" b="b"/>
              <a:pathLst>
                <a:path w="3486150" h="6812280">
                  <a:moveTo>
                    <a:pt x="0" y="6812280"/>
                  </a:moveTo>
                  <a:lnTo>
                    <a:pt x="3486150" y="6812280"/>
                  </a:lnTo>
                  <a:lnTo>
                    <a:pt x="3486150" y="0"/>
                  </a:lnTo>
                  <a:lnTo>
                    <a:pt x="0" y="0"/>
                  </a:lnTo>
                  <a:lnTo>
                    <a:pt x="0" y="6812280"/>
                  </a:lnTo>
                  <a:close/>
                </a:path>
              </a:pathLst>
            </a:custGeom>
            <a:ln w="28575">
              <a:solidFill>
                <a:srgbClr val="042333"/>
              </a:solidFill>
            </a:ln>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0269" y="622300"/>
            <a:ext cx="1575680" cy="571238"/>
          </a:xfrm>
          <a:prstGeom prst="rect">
            <a:avLst/>
          </a:prstGeom>
        </p:spPr>
        <p:txBody>
          <a:bodyPr vert="horz" wrap="square" lIns="0" tIns="17073" rIns="0" bIns="0" rtlCol="0">
            <a:spAutoFit/>
          </a:bodyPr>
          <a:lstStyle/>
          <a:p>
            <a:pPr marL="17972">
              <a:spcBef>
                <a:spcPts val="134"/>
              </a:spcBef>
            </a:pPr>
            <a:r>
              <a:rPr sz="3600" b="1" spc="-14" dirty="0">
                <a:latin typeface="Cambria"/>
                <a:cs typeface="Cambria"/>
              </a:rPr>
              <a:t>After:</a:t>
            </a:r>
            <a:endParaRPr sz="3600" dirty="0">
              <a:latin typeface="Cambria"/>
              <a:cs typeface="Cambria"/>
            </a:endParaRPr>
          </a:p>
        </p:txBody>
      </p:sp>
      <p:grpSp>
        <p:nvGrpSpPr>
          <p:cNvPr id="4" name="object 4"/>
          <p:cNvGrpSpPr/>
          <p:nvPr/>
        </p:nvGrpSpPr>
        <p:grpSpPr>
          <a:xfrm>
            <a:off x="2937669" y="334194"/>
            <a:ext cx="8915400" cy="10025012"/>
            <a:chOff x="1152525" y="1359979"/>
            <a:chExt cx="4929505" cy="5890895"/>
          </a:xfrm>
        </p:grpSpPr>
        <p:pic>
          <p:nvPicPr>
            <p:cNvPr id="5" name="object 5"/>
            <p:cNvPicPr/>
            <p:nvPr/>
          </p:nvPicPr>
          <p:blipFill>
            <a:blip r:embed="rId2" cstate="print"/>
            <a:stretch>
              <a:fillRect/>
            </a:stretch>
          </p:blipFill>
          <p:spPr>
            <a:xfrm>
              <a:off x="1181100" y="1388617"/>
              <a:ext cx="4872355" cy="5833745"/>
            </a:xfrm>
            <a:prstGeom prst="rect">
              <a:avLst/>
            </a:prstGeom>
          </p:spPr>
        </p:pic>
        <p:sp>
          <p:nvSpPr>
            <p:cNvPr id="6" name="object 6"/>
            <p:cNvSpPr/>
            <p:nvPr/>
          </p:nvSpPr>
          <p:spPr>
            <a:xfrm>
              <a:off x="1166812" y="1374266"/>
              <a:ext cx="4900930" cy="5862320"/>
            </a:xfrm>
            <a:custGeom>
              <a:avLst/>
              <a:gdLst/>
              <a:ahLst/>
              <a:cxnLst/>
              <a:rect l="l" t="t" r="r" b="b"/>
              <a:pathLst>
                <a:path w="4900930" h="5862320">
                  <a:moveTo>
                    <a:pt x="0" y="5862320"/>
                  </a:moveTo>
                  <a:lnTo>
                    <a:pt x="4900930" y="5862320"/>
                  </a:lnTo>
                  <a:lnTo>
                    <a:pt x="4900930" y="0"/>
                  </a:lnTo>
                  <a:lnTo>
                    <a:pt x="0" y="0"/>
                  </a:lnTo>
                  <a:lnTo>
                    <a:pt x="0" y="5862320"/>
                  </a:lnTo>
                  <a:close/>
                </a:path>
              </a:pathLst>
            </a:custGeom>
            <a:ln w="28575">
              <a:solidFill>
                <a:srgbClr val="000000"/>
              </a:solidFill>
            </a:ln>
          </p:spPr>
          <p:txBody>
            <a:bodyPr wrap="square" lIns="0" tIns="0" rIns="0" bIns="0" rtlCol="0"/>
            <a:lstStyle/>
            <a:p>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0669" y="1622021"/>
            <a:ext cx="13986669" cy="3633687"/>
          </a:xfrm>
          <a:prstGeom prst="rect">
            <a:avLst/>
          </a:prstGeom>
        </p:spPr>
        <p:txBody>
          <a:bodyPr vert="horz" wrap="square" lIns="0" tIns="0" rIns="0" bIns="0" rtlCol="0">
            <a:spAutoFit/>
          </a:bodyPr>
          <a:lstStyle/>
          <a:p>
            <a:pPr marL="664955">
              <a:lnSpc>
                <a:spcPts val="2582"/>
              </a:lnSpc>
            </a:pPr>
            <a:r>
              <a:rPr sz="3600" b="1" spc="-14" dirty="0">
                <a:latin typeface="Cambria"/>
                <a:cs typeface="Cambria"/>
              </a:rPr>
              <a:t>5)</a:t>
            </a:r>
            <a:r>
              <a:rPr sz="3600" b="1" spc="-219" dirty="0">
                <a:latin typeface="Cambria"/>
                <a:cs typeface="Cambria"/>
              </a:rPr>
              <a:t> </a:t>
            </a:r>
            <a:r>
              <a:rPr sz="3200" b="1" dirty="0">
                <a:latin typeface="Cambria"/>
                <a:cs typeface="Cambria"/>
              </a:rPr>
              <a:t>Law</a:t>
            </a:r>
            <a:r>
              <a:rPr sz="3200" b="1" spc="-28" dirty="0">
                <a:latin typeface="Cambria"/>
                <a:cs typeface="Cambria"/>
              </a:rPr>
              <a:t> </a:t>
            </a:r>
            <a:r>
              <a:rPr sz="3200" b="1" dirty="0">
                <a:latin typeface="Cambria"/>
                <a:cs typeface="Cambria"/>
              </a:rPr>
              <a:t>of</a:t>
            </a:r>
            <a:r>
              <a:rPr sz="3200" b="1" spc="-14" dirty="0">
                <a:latin typeface="Cambria"/>
                <a:cs typeface="Cambria"/>
              </a:rPr>
              <a:t> Closure</a:t>
            </a:r>
            <a:endParaRPr sz="3200" dirty="0">
              <a:latin typeface="Cambria"/>
              <a:cs typeface="Cambria"/>
            </a:endParaRPr>
          </a:p>
          <a:p>
            <a:pPr marL="17972" marR="7189">
              <a:lnSpc>
                <a:spcPct val="112100"/>
              </a:lnSpc>
              <a:spcBef>
                <a:spcPts val="7"/>
              </a:spcBef>
            </a:pPr>
            <a:r>
              <a:rPr sz="2800" dirty="0">
                <a:latin typeface="Cambria"/>
                <a:cs typeface="Cambria"/>
              </a:rPr>
              <a:t>In</a:t>
            </a:r>
            <a:r>
              <a:rPr sz="2800" spc="-21" dirty="0">
                <a:latin typeface="Cambria"/>
                <a:cs typeface="Cambria"/>
              </a:rPr>
              <a:t> </a:t>
            </a:r>
            <a:r>
              <a:rPr sz="2800" dirty="0">
                <a:latin typeface="Cambria"/>
                <a:cs typeface="Cambria"/>
              </a:rPr>
              <a:t>the</a:t>
            </a:r>
            <a:r>
              <a:rPr sz="2800" spc="-21" dirty="0">
                <a:latin typeface="Cambria"/>
                <a:cs typeface="Cambria"/>
              </a:rPr>
              <a:t> </a:t>
            </a:r>
            <a:r>
              <a:rPr sz="2800" dirty="0">
                <a:latin typeface="Cambria"/>
                <a:cs typeface="Cambria"/>
              </a:rPr>
              <a:t>images</a:t>
            </a:r>
            <a:r>
              <a:rPr sz="2800" spc="-21" dirty="0">
                <a:latin typeface="Cambria"/>
                <a:cs typeface="Cambria"/>
              </a:rPr>
              <a:t> </a:t>
            </a:r>
            <a:r>
              <a:rPr sz="2800" dirty="0">
                <a:latin typeface="Cambria"/>
                <a:cs typeface="Cambria"/>
              </a:rPr>
              <a:t>of</a:t>
            </a:r>
            <a:r>
              <a:rPr sz="2800" spc="-43" dirty="0">
                <a:latin typeface="Cambria"/>
                <a:cs typeface="Cambria"/>
              </a:rPr>
              <a:t> </a:t>
            </a:r>
            <a:r>
              <a:rPr sz="2800" dirty="0">
                <a:latin typeface="Cambria"/>
                <a:cs typeface="Cambria"/>
              </a:rPr>
              <a:t>the</a:t>
            </a:r>
            <a:r>
              <a:rPr sz="2800" spc="-50" dirty="0">
                <a:latin typeface="Cambria"/>
                <a:cs typeface="Cambria"/>
              </a:rPr>
              <a:t> </a:t>
            </a:r>
            <a:r>
              <a:rPr sz="2800" dirty="0">
                <a:latin typeface="Cambria"/>
                <a:cs typeface="Cambria"/>
              </a:rPr>
              <a:t>menus</a:t>
            </a:r>
            <a:r>
              <a:rPr sz="2800" spc="-21" dirty="0">
                <a:latin typeface="Cambria"/>
                <a:cs typeface="Cambria"/>
              </a:rPr>
              <a:t> </a:t>
            </a:r>
            <a:r>
              <a:rPr sz="2800" dirty="0">
                <a:latin typeface="Cambria"/>
                <a:cs typeface="Cambria"/>
              </a:rPr>
              <a:t>,</a:t>
            </a:r>
            <a:r>
              <a:rPr sz="2800" spc="-35" dirty="0">
                <a:latin typeface="Cambria"/>
                <a:cs typeface="Cambria"/>
              </a:rPr>
              <a:t> </a:t>
            </a:r>
            <a:r>
              <a:rPr sz="2800" dirty="0">
                <a:latin typeface="Cambria"/>
                <a:cs typeface="Cambria"/>
              </a:rPr>
              <a:t>the</a:t>
            </a:r>
            <a:r>
              <a:rPr sz="2800" spc="-43" dirty="0">
                <a:latin typeface="Cambria"/>
                <a:cs typeface="Cambria"/>
              </a:rPr>
              <a:t> </a:t>
            </a:r>
            <a:r>
              <a:rPr sz="2800" dirty="0">
                <a:latin typeface="Cambria"/>
                <a:cs typeface="Cambria"/>
              </a:rPr>
              <a:t>layout</a:t>
            </a:r>
            <a:r>
              <a:rPr sz="2800" spc="-35" dirty="0">
                <a:latin typeface="Cambria"/>
                <a:cs typeface="Cambria"/>
              </a:rPr>
              <a:t> </a:t>
            </a:r>
            <a:r>
              <a:rPr sz="2800" dirty="0">
                <a:latin typeface="Cambria"/>
                <a:cs typeface="Cambria"/>
              </a:rPr>
              <a:t>lacks</a:t>
            </a:r>
            <a:r>
              <a:rPr sz="2800" spc="-28" dirty="0">
                <a:latin typeface="Cambria"/>
                <a:cs typeface="Cambria"/>
              </a:rPr>
              <a:t> </a:t>
            </a:r>
            <a:r>
              <a:rPr sz="2800" dirty="0">
                <a:latin typeface="Cambria"/>
                <a:cs typeface="Cambria"/>
              </a:rPr>
              <a:t>clear</a:t>
            </a:r>
            <a:r>
              <a:rPr sz="2800" spc="-35" dirty="0">
                <a:latin typeface="Cambria"/>
                <a:cs typeface="Cambria"/>
              </a:rPr>
              <a:t> </a:t>
            </a:r>
            <a:r>
              <a:rPr sz="2800" dirty="0">
                <a:latin typeface="Cambria"/>
                <a:cs typeface="Cambria"/>
              </a:rPr>
              <a:t>visual</a:t>
            </a:r>
            <a:r>
              <a:rPr sz="2800" spc="-35" dirty="0">
                <a:latin typeface="Cambria"/>
                <a:cs typeface="Cambria"/>
              </a:rPr>
              <a:t> </a:t>
            </a:r>
            <a:r>
              <a:rPr sz="2800" dirty="0">
                <a:latin typeface="Cambria"/>
                <a:cs typeface="Cambria"/>
              </a:rPr>
              <a:t>boundaries,</a:t>
            </a:r>
            <a:r>
              <a:rPr sz="2800" spc="-21" dirty="0">
                <a:latin typeface="Cambria"/>
                <a:cs typeface="Cambria"/>
              </a:rPr>
              <a:t> </a:t>
            </a:r>
            <a:r>
              <a:rPr sz="2800" dirty="0">
                <a:latin typeface="Cambria"/>
                <a:cs typeface="Cambria"/>
              </a:rPr>
              <a:t>making</a:t>
            </a:r>
            <a:r>
              <a:rPr sz="2800" spc="-35" dirty="0">
                <a:latin typeface="Cambria"/>
                <a:cs typeface="Cambria"/>
              </a:rPr>
              <a:t> </a:t>
            </a:r>
            <a:r>
              <a:rPr sz="2800" dirty="0">
                <a:latin typeface="Cambria"/>
                <a:cs typeface="Cambria"/>
              </a:rPr>
              <a:t>it</a:t>
            </a:r>
            <a:r>
              <a:rPr sz="2800" spc="-35" dirty="0">
                <a:latin typeface="Cambria"/>
                <a:cs typeface="Cambria"/>
              </a:rPr>
              <a:t> </a:t>
            </a:r>
            <a:r>
              <a:rPr sz="2800" spc="-14" dirty="0">
                <a:latin typeface="Cambria"/>
                <a:cs typeface="Cambria"/>
              </a:rPr>
              <a:t>harder </a:t>
            </a:r>
            <a:r>
              <a:rPr sz="2800" dirty="0">
                <a:latin typeface="Cambria"/>
                <a:cs typeface="Cambria"/>
              </a:rPr>
              <a:t>for</a:t>
            </a:r>
            <a:r>
              <a:rPr sz="2800" spc="-35" dirty="0">
                <a:latin typeface="Cambria"/>
                <a:cs typeface="Cambria"/>
              </a:rPr>
              <a:t> </a:t>
            </a:r>
            <a:r>
              <a:rPr sz="2800" dirty="0">
                <a:latin typeface="Cambria"/>
                <a:cs typeface="Cambria"/>
              </a:rPr>
              <a:t>users</a:t>
            </a:r>
            <a:r>
              <a:rPr sz="2800" spc="-14" dirty="0">
                <a:latin typeface="Cambria"/>
                <a:cs typeface="Cambria"/>
              </a:rPr>
              <a:t> </a:t>
            </a:r>
            <a:r>
              <a:rPr sz="2800" dirty="0">
                <a:latin typeface="Cambria"/>
                <a:cs typeface="Cambria"/>
              </a:rPr>
              <a:t>to</a:t>
            </a:r>
            <a:r>
              <a:rPr sz="2800" spc="-21" dirty="0">
                <a:latin typeface="Cambria"/>
                <a:cs typeface="Cambria"/>
              </a:rPr>
              <a:t> </a:t>
            </a:r>
            <a:r>
              <a:rPr sz="2800" dirty="0">
                <a:latin typeface="Cambria"/>
                <a:cs typeface="Cambria"/>
              </a:rPr>
              <a:t>perceive</a:t>
            </a:r>
            <a:r>
              <a:rPr sz="2800" spc="-35" dirty="0">
                <a:latin typeface="Cambria"/>
                <a:cs typeface="Cambria"/>
              </a:rPr>
              <a:t> </a:t>
            </a:r>
            <a:r>
              <a:rPr sz="2800" dirty="0">
                <a:latin typeface="Cambria"/>
                <a:cs typeface="Cambria"/>
              </a:rPr>
              <a:t>a</a:t>
            </a:r>
            <a:r>
              <a:rPr sz="2800" spc="-21" dirty="0">
                <a:latin typeface="Cambria"/>
                <a:cs typeface="Cambria"/>
              </a:rPr>
              <a:t> </a:t>
            </a:r>
            <a:r>
              <a:rPr sz="2800" dirty="0">
                <a:latin typeface="Cambria"/>
                <a:cs typeface="Cambria"/>
              </a:rPr>
              <a:t>unified</a:t>
            </a:r>
            <a:r>
              <a:rPr sz="2800" spc="-35" dirty="0">
                <a:latin typeface="Cambria"/>
                <a:cs typeface="Cambria"/>
              </a:rPr>
              <a:t> </a:t>
            </a:r>
            <a:r>
              <a:rPr sz="2800" spc="-14" dirty="0">
                <a:latin typeface="Cambria"/>
                <a:cs typeface="Cambria"/>
              </a:rPr>
              <a:t>structure.</a:t>
            </a:r>
            <a:endParaRPr sz="2800" dirty="0">
              <a:latin typeface="Cambria"/>
              <a:cs typeface="Cambria"/>
            </a:endParaRPr>
          </a:p>
          <a:p>
            <a:pPr marL="17972" marR="67394">
              <a:lnSpc>
                <a:spcPct val="112100"/>
              </a:lnSpc>
              <a:spcBef>
                <a:spcPts val="1422"/>
              </a:spcBef>
            </a:pPr>
            <a:r>
              <a:rPr sz="2800" dirty="0">
                <a:latin typeface="Cambria"/>
                <a:cs typeface="Cambria"/>
              </a:rPr>
              <a:t>we</a:t>
            </a:r>
            <a:r>
              <a:rPr sz="2800" spc="-28" dirty="0">
                <a:latin typeface="Cambria"/>
                <a:cs typeface="Cambria"/>
              </a:rPr>
              <a:t> </a:t>
            </a:r>
            <a:r>
              <a:rPr sz="2800" dirty="0">
                <a:latin typeface="Cambria"/>
                <a:cs typeface="Cambria"/>
              </a:rPr>
              <a:t>redesign</a:t>
            </a:r>
            <a:r>
              <a:rPr sz="2800" spc="-43" dirty="0">
                <a:latin typeface="Cambria"/>
                <a:cs typeface="Cambria"/>
              </a:rPr>
              <a:t> </a:t>
            </a:r>
            <a:r>
              <a:rPr sz="2800" dirty="0">
                <a:latin typeface="Cambria"/>
                <a:cs typeface="Cambria"/>
              </a:rPr>
              <a:t>to</a:t>
            </a:r>
            <a:r>
              <a:rPr sz="2800" spc="-28" dirty="0">
                <a:latin typeface="Cambria"/>
                <a:cs typeface="Cambria"/>
              </a:rPr>
              <a:t> </a:t>
            </a:r>
            <a:r>
              <a:rPr sz="2800" dirty="0">
                <a:latin typeface="Cambria"/>
                <a:cs typeface="Cambria"/>
              </a:rPr>
              <a:t>fix,</a:t>
            </a:r>
            <a:r>
              <a:rPr sz="2800" spc="-43" dirty="0">
                <a:latin typeface="Cambria"/>
                <a:cs typeface="Cambria"/>
              </a:rPr>
              <a:t> </a:t>
            </a:r>
            <a:r>
              <a:rPr sz="2800" dirty="0">
                <a:latin typeface="Cambria"/>
                <a:cs typeface="Cambria"/>
              </a:rPr>
              <a:t>circular</a:t>
            </a:r>
            <a:r>
              <a:rPr sz="2800" spc="-28" dirty="0">
                <a:latin typeface="Cambria"/>
                <a:cs typeface="Cambria"/>
              </a:rPr>
              <a:t> </a:t>
            </a:r>
            <a:r>
              <a:rPr sz="2800" dirty="0">
                <a:latin typeface="Cambria"/>
                <a:cs typeface="Cambria"/>
              </a:rPr>
              <a:t>frames</a:t>
            </a:r>
            <a:r>
              <a:rPr sz="2800" spc="-35" dirty="0">
                <a:latin typeface="Cambria"/>
                <a:cs typeface="Cambria"/>
              </a:rPr>
              <a:t> </a:t>
            </a:r>
            <a:r>
              <a:rPr sz="2800" dirty="0">
                <a:latin typeface="Cambria"/>
                <a:cs typeface="Cambria"/>
              </a:rPr>
              <a:t>around</a:t>
            </a:r>
            <a:r>
              <a:rPr sz="2800" spc="-28" dirty="0">
                <a:latin typeface="Cambria"/>
                <a:cs typeface="Cambria"/>
              </a:rPr>
              <a:t> </a:t>
            </a:r>
            <a:r>
              <a:rPr sz="2800" dirty="0">
                <a:latin typeface="Cambria"/>
                <a:cs typeface="Cambria"/>
              </a:rPr>
              <a:t>the</a:t>
            </a:r>
            <a:r>
              <a:rPr sz="2800" spc="-28" dirty="0">
                <a:latin typeface="Cambria"/>
                <a:cs typeface="Cambria"/>
              </a:rPr>
              <a:t> </a:t>
            </a:r>
            <a:r>
              <a:rPr sz="2800" dirty="0">
                <a:latin typeface="Cambria"/>
                <a:cs typeface="Cambria"/>
              </a:rPr>
              <a:t>menu</a:t>
            </a:r>
            <a:r>
              <a:rPr sz="2800" spc="-28" dirty="0">
                <a:latin typeface="Cambria"/>
                <a:cs typeface="Cambria"/>
              </a:rPr>
              <a:t> </a:t>
            </a:r>
            <a:r>
              <a:rPr sz="2800" dirty="0">
                <a:latin typeface="Cambria"/>
                <a:cs typeface="Cambria"/>
              </a:rPr>
              <a:t>items</a:t>
            </a:r>
            <a:r>
              <a:rPr sz="2800" spc="-50" dirty="0">
                <a:latin typeface="Cambria"/>
                <a:cs typeface="Cambria"/>
              </a:rPr>
              <a:t> </a:t>
            </a:r>
            <a:r>
              <a:rPr sz="2800" dirty="0">
                <a:latin typeface="Cambria"/>
                <a:cs typeface="Cambria"/>
              </a:rPr>
              <a:t>create</a:t>
            </a:r>
            <a:r>
              <a:rPr sz="2800" spc="-21" dirty="0">
                <a:latin typeface="Cambria"/>
                <a:cs typeface="Cambria"/>
              </a:rPr>
              <a:t> </a:t>
            </a:r>
            <a:r>
              <a:rPr sz="2800" dirty="0">
                <a:latin typeface="Cambria"/>
                <a:cs typeface="Cambria"/>
              </a:rPr>
              <a:t>distinct</a:t>
            </a:r>
            <a:r>
              <a:rPr sz="2800" spc="-28" dirty="0">
                <a:latin typeface="Cambria"/>
                <a:cs typeface="Cambria"/>
              </a:rPr>
              <a:t> </a:t>
            </a:r>
            <a:r>
              <a:rPr sz="2800" spc="-14" dirty="0">
                <a:latin typeface="Cambria"/>
                <a:cs typeface="Cambria"/>
              </a:rPr>
              <a:t>boundaries, </a:t>
            </a:r>
            <a:r>
              <a:rPr sz="2800" dirty="0">
                <a:latin typeface="Cambria"/>
                <a:cs typeface="Cambria"/>
              </a:rPr>
              <a:t>This</a:t>
            </a:r>
            <a:r>
              <a:rPr sz="2800" spc="-21" dirty="0">
                <a:latin typeface="Cambria"/>
                <a:cs typeface="Cambria"/>
              </a:rPr>
              <a:t> </a:t>
            </a:r>
            <a:r>
              <a:rPr sz="2800" dirty="0">
                <a:latin typeface="Cambria"/>
                <a:cs typeface="Cambria"/>
              </a:rPr>
              <a:t>use</a:t>
            </a:r>
            <a:r>
              <a:rPr sz="2800" spc="-50" dirty="0">
                <a:latin typeface="Cambria"/>
                <a:cs typeface="Cambria"/>
              </a:rPr>
              <a:t> </a:t>
            </a:r>
            <a:r>
              <a:rPr sz="2800" dirty="0">
                <a:latin typeface="Cambria"/>
                <a:cs typeface="Cambria"/>
              </a:rPr>
              <a:t>of</a:t>
            </a:r>
            <a:r>
              <a:rPr sz="2800" spc="-21" dirty="0">
                <a:latin typeface="Cambria"/>
                <a:cs typeface="Cambria"/>
              </a:rPr>
              <a:t> </a:t>
            </a:r>
            <a:r>
              <a:rPr sz="2800" dirty="0">
                <a:latin typeface="Cambria"/>
                <a:cs typeface="Cambria"/>
              </a:rPr>
              <a:t>circles</a:t>
            </a:r>
            <a:r>
              <a:rPr sz="2800" spc="-35" dirty="0">
                <a:latin typeface="Cambria"/>
                <a:cs typeface="Cambria"/>
              </a:rPr>
              <a:t> </a:t>
            </a:r>
            <a:r>
              <a:rPr sz="2800" dirty="0">
                <a:latin typeface="Cambria"/>
                <a:cs typeface="Cambria"/>
              </a:rPr>
              <a:t>helps</a:t>
            </a:r>
            <a:r>
              <a:rPr sz="2800" spc="-21" dirty="0">
                <a:latin typeface="Cambria"/>
                <a:cs typeface="Cambria"/>
              </a:rPr>
              <a:t> </a:t>
            </a:r>
            <a:r>
              <a:rPr sz="2800" dirty="0">
                <a:latin typeface="Cambria"/>
                <a:cs typeface="Cambria"/>
              </a:rPr>
              <a:t>guide</a:t>
            </a:r>
            <a:r>
              <a:rPr sz="2800" spc="-35" dirty="0">
                <a:latin typeface="Cambria"/>
                <a:cs typeface="Cambria"/>
              </a:rPr>
              <a:t> </a:t>
            </a:r>
            <a:r>
              <a:rPr sz="2800" dirty="0">
                <a:latin typeface="Cambria"/>
                <a:cs typeface="Cambria"/>
              </a:rPr>
              <a:t>users'</a:t>
            </a:r>
            <a:r>
              <a:rPr sz="2800" spc="-21" dirty="0">
                <a:latin typeface="Cambria"/>
                <a:cs typeface="Cambria"/>
              </a:rPr>
              <a:t> </a:t>
            </a:r>
            <a:r>
              <a:rPr sz="2800" spc="-14" dirty="0">
                <a:latin typeface="Cambria"/>
                <a:cs typeface="Cambria"/>
              </a:rPr>
              <a:t>attention</a:t>
            </a:r>
            <a:r>
              <a:rPr sz="2800" spc="-35" dirty="0">
                <a:latin typeface="Cambria"/>
                <a:cs typeface="Cambria"/>
              </a:rPr>
              <a:t> </a:t>
            </a:r>
            <a:r>
              <a:rPr sz="2800" dirty="0">
                <a:latin typeface="Cambria"/>
                <a:cs typeface="Cambria"/>
              </a:rPr>
              <a:t>more</a:t>
            </a:r>
            <a:r>
              <a:rPr sz="2800" spc="-14" dirty="0">
                <a:latin typeface="Cambria"/>
                <a:cs typeface="Cambria"/>
              </a:rPr>
              <a:t> </a:t>
            </a:r>
            <a:r>
              <a:rPr sz="2800" dirty="0">
                <a:latin typeface="Cambria"/>
                <a:cs typeface="Cambria"/>
              </a:rPr>
              <a:t>effectively</a:t>
            </a:r>
            <a:r>
              <a:rPr sz="2800" spc="-28" dirty="0">
                <a:latin typeface="Cambria"/>
                <a:cs typeface="Cambria"/>
              </a:rPr>
              <a:t> </a:t>
            </a:r>
            <a:r>
              <a:rPr sz="2800" spc="-35" dirty="0">
                <a:latin typeface="Cambria"/>
                <a:cs typeface="Cambria"/>
              </a:rPr>
              <a:t>and </a:t>
            </a:r>
            <a:r>
              <a:rPr sz="2800" dirty="0">
                <a:latin typeface="Cambria"/>
                <a:cs typeface="Cambria"/>
              </a:rPr>
              <a:t>improves</a:t>
            </a:r>
            <a:r>
              <a:rPr sz="2800" spc="-35" dirty="0">
                <a:latin typeface="Cambria"/>
                <a:cs typeface="Cambria"/>
              </a:rPr>
              <a:t> </a:t>
            </a:r>
            <a:r>
              <a:rPr sz="2800" dirty="0">
                <a:latin typeface="Cambria"/>
                <a:cs typeface="Cambria"/>
              </a:rPr>
              <a:t>the</a:t>
            </a:r>
            <a:r>
              <a:rPr sz="2800" spc="-35" dirty="0">
                <a:latin typeface="Cambria"/>
                <a:cs typeface="Cambria"/>
              </a:rPr>
              <a:t> </a:t>
            </a:r>
            <a:r>
              <a:rPr sz="2800" dirty="0">
                <a:latin typeface="Cambria"/>
                <a:cs typeface="Cambria"/>
              </a:rPr>
              <a:t>overall</a:t>
            </a:r>
            <a:r>
              <a:rPr sz="2800" spc="-21" dirty="0">
                <a:latin typeface="Cambria"/>
                <a:cs typeface="Cambria"/>
              </a:rPr>
              <a:t> </a:t>
            </a:r>
            <a:r>
              <a:rPr sz="2800" dirty="0">
                <a:latin typeface="Cambria"/>
                <a:cs typeface="Cambria"/>
              </a:rPr>
              <a:t>visual</a:t>
            </a:r>
            <a:r>
              <a:rPr sz="2800" spc="-35" dirty="0">
                <a:latin typeface="Cambria"/>
                <a:cs typeface="Cambria"/>
              </a:rPr>
              <a:t> </a:t>
            </a:r>
            <a:r>
              <a:rPr sz="2800" dirty="0">
                <a:latin typeface="Cambria"/>
                <a:cs typeface="Cambria"/>
              </a:rPr>
              <a:t>structure</a:t>
            </a:r>
            <a:r>
              <a:rPr sz="2800" spc="-28" dirty="0">
                <a:latin typeface="Cambria"/>
                <a:cs typeface="Cambria"/>
              </a:rPr>
              <a:t> </a:t>
            </a:r>
            <a:r>
              <a:rPr sz="2800" dirty="0">
                <a:latin typeface="Cambria"/>
                <a:cs typeface="Cambria"/>
              </a:rPr>
              <a:t>of</a:t>
            </a:r>
            <a:r>
              <a:rPr sz="2800" spc="-43" dirty="0">
                <a:latin typeface="Cambria"/>
                <a:cs typeface="Cambria"/>
              </a:rPr>
              <a:t> </a:t>
            </a:r>
            <a:r>
              <a:rPr sz="2800" dirty="0">
                <a:latin typeface="Cambria"/>
                <a:cs typeface="Cambria"/>
              </a:rPr>
              <a:t>the</a:t>
            </a:r>
            <a:r>
              <a:rPr sz="2800" spc="-50" dirty="0">
                <a:latin typeface="Cambria"/>
                <a:cs typeface="Cambria"/>
              </a:rPr>
              <a:t> </a:t>
            </a:r>
            <a:r>
              <a:rPr sz="2800" spc="-14" dirty="0">
                <a:latin typeface="Cambria"/>
                <a:cs typeface="Cambria"/>
              </a:rPr>
              <a:t>site.</a:t>
            </a:r>
            <a:endParaRPr sz="2800" dirty="0">
              <a:latin typeface="Cambria"/>
              <a:cs typeface="Cambria"/>
            </a:endParaRPr>
          </a:p>
          <a:p>
            <a:pPr>
              <a:spcBef>
                <a:spcPts val="1154"/>
              </a:spcBef>
            </a:pPr>
            <a:endParaRPr sz="3600" dirty="0">
              <a:latin typeface="Cambria"/>
              <a:cs typeface="Cambria"/>
            </a:endParaRPr>
          </a:p>
        </p:txBody>
      </p:sp>
      <p:grpSp>
        <p:nvGrpSpPr>
          <p:cNvPr id="3" name="object 3"/>
          <p:cNvGrpSpPr/>
          <p:nvPr/>
        </p:nvGrpSpPr>
        <p:grpSpPr>
          <a:xfrm>
            <a:off x="2873152" y="5118100"/>
            <a:ext cx="8511034" cy="5379136"/>
            <a:chOff x="770255" y="4405312"/>
            <a:chExt cx="6014720" cy="4549140"/>
          </a:xfrm>
        </p:grpSpPr>
        <p:pic>
          <p:nvPicPr>
            <p:cNvPr id="4" name="object 4"/>
            <p:cNvPicPr/>
            <p:nvPr/>
          </p:nvPicPr>
          <p:blipFill>
            <a:blip r:embed="rId2" cstate="print"/>
            <a:stretch>
              <a:fillRect/>
            </a:stretch>
          </p:blipFill>
          <p:spPr>
            <a:xfrm>
              <a:off x="798830" y="4433823"/>
              <a:ext cx="5957062" cy="4491989"/>
            </a:xfrm>
            <a:prstGeom prst="rect">
              <a:avLst/>
            </a:prstGeom>
          </p:spPr>
        </p:pic>
        <p:sp>
          <p:nvSpPr>
            <p:cNvPr id="5" name="object 5"/>
            <p:cNvSpPr/>
            <p:nvPr/>
          </p:nvSpPr>
          <p:spPr>
            <a:xfrm>
              <a:off x="784542" y="4419599"/>
              <a:ext cx="5986145" cy="4520565"/>
            </a:xfrm>
            <a:custGeom>
              <a:avLst/>
              <a:gdLst/>
              <a:ahLst/>
              <a:cxnLst/>
              <a:rect l="l" t="t" r="r" b="b"/>
              <a:pathLst>
                <a:path w="5986145" h="4520565">
                  <a:moveTo>
                    <a:pt x="0" y="4520564"/>
                  </a:moveTo>
                  <a:lnTo>
                    <a:pt x="5985637" y="4520564"/>
                  </a:lnTo>
                  <a:lnTo>
                    <a:pt x="5985637" y="0"/>
                  </a:lnTo>
                  <a:lnTo>
                    <a:pt x="0" y="0"/>
                  </a:lnTo>
                  <a:lnTo>
                    <a:pt x="0" y="4520564"/>
                  </a:lnTo>
                  <a:close/>
                </a:path>
              </a:pathLst>
            </a:custGeom>
            <a:ln w="28575">
              <a:solidFill>
                <a:srgbClr val="000000"/>
              </a:solidFill>
            </a:ln>
          </p:spPr>
          <p:txBody>
            <a:bodyPr wrap="square" lIns="0" tIns="0" rIns="0" bIns="0" rtlCol="0"/>
            <a:lstStyle/>
            <a:p>
              <a:endParaRPr sz="3200"/>
            </a:p>
          </p:txBody>
        </p:sp>
        <p:sp>
          <p:nvSpPr>
            <p:cNvPr id="6" name="object 6"/>
            <p:cNvSpPr/>
            <p:nvPr/>
          </p:nvSpPr>
          <p:spPr>
            <a:xfrm>
              <a:off x="1150620" y="4650993"/>
              <a:ext cx="5501640" cy="709295"/>
            </a:xfrm>
            <a:custGeom>
              <a:avLst/>
              <a:gdLst/>
              <a:ahLst/>
              <a:cxnLst/>
              <a:rect l="l" t="t" r="r" b="b"/>
              <a:pathLst>
                <a:path w="5501640" h="709295">
                  <a:moveTo>
                    <a:pt x="0" y="354711"/>
                  </a:moveTo>
                  <a:lnTo>
                    <a:pt x="17264" y="314760"/>
                  </a:lnTo>
                  <a:lnTo>
                    <a:pt x="52160" y="285634"/>
                  </a:lnTo>
                  <a:lnTo>
                    <a:pt x="85440" y="266672"/>
                  </a:lnTo>
                  <a:lnTo>
                    <a:pt x="126463" y="248107"/>
                  </a:lnTo>
                  <a:lnTo>
                    <a:pt x="174994" y="229972"/>
                  </a:lnTo>
                  <a:lnTo>
                    <a:pt x="230803" y="212295"/>
                  </a:lnTo>
                  <a:lnTo>
                    <a:pt x="293657" y="195107"/>
                  </a:lnTo>
                  <a:lnTo>
                    <a:pt x="363324" y="178437"/>
                  </a:lnTo>
                  <a:lnTo>
                    <a:pt x="400639" y="170306"/>
                  </a:lnTo>
                  <a:lnTo>
                    <a:pt x="439571" y="162316"/>
                  </a:lnTo>
                  <a:lnTo>
                    <a:pt x="480090" y="154470"/>
                  </a:lnTo>
                  <a:lnTo>
                    <a:pt x="522166" y="146773"/>
                  </a:lnTo>
                  <a:lnTo>
                    <a:pt x="565772" y="139228"/>
                  </a:lnTo>
                  <a:lnTo>
                    <a:pt x="610878" y="131839"/>
                  </a:lnTo>
                  <a:lnTo>
                    <a:pt x="657454" y="124610"/>
                  </a:lnTo>
                  <a:lnTo>
                    <a:pt x="705473" y="117544"/>
                  </a:lnTo>
                  <a:lnTo>
                    <a:pt x="754904" y="110645"/>
                  </a:lnTo>
                  <a:lnTo>
                    <a:pt x="805719" y="103917"/>
                  </a:lnTo>
                  <a:lnTo>
                    <a:pt x="857889" y="97364"/>
                  </a:lnTo>
                  <a:lnTo>
                    <a:pt x="911385" y="90989"/>
                  </a:lnTo>
                  <a:lnTo>
                    <a:pt x="966177" y="84796"/>
                  </a:lnTo>
                  <a:lnTo>
                    <a:pt x="1022238" y="78789"/>
                  </a:lnTo>
                  <a:lnTo>
                    <a:pt x="1079536" y="72972"/>
                  </a:lnTo>
                  <a:lnTo>
                    <a:pt x="1138045" y="67348"/>
                  </a:lnTo>
                  <a:lnTo>
                    <a:pt x="1197734" y="61922"/>
                  </a:lnTo>
                  <a:lnTo>
                    <a:pt x="1258574" y="56696"/>
                  </a:lnTo>
                  <a:lnTo>
                    <a:pt x="1320537" y="51675"/>
                  </a:lnTo>
                  <a:lnTo>
                    <a:pt x="1383594" y="46862"/>
                  </a:lnTo>
                  <a:lnTo>
                    <a:pt x="1447715" y="42261"/>
                  </a:lnTo>
                  <a:lnTo>
                    <a:pt x="1512872" y="37877"/>
                  </a:lnTo>
                  <a:lnTo>
                    <a:pt x="1579035" y="33712"/>
                  </a:lnTo>
                  <a:lnTo>
                    <a:pt x="1646175" y="29770"/>
                  </a:lnTo>
                  <a:lnTo>
                    <a:pt x="1714263" y="26055"/>
                  </a:lnTo>
                  <a:lnTo>
                    <a:pt x="1783271" y="22572"/>
                  </a:lnTo>
                  <a:lnTo>
                    <a:pt x="1853169" y="19322"/>
                  </a:lnTo>
                  <a:lnTo>
                    <a:pt x="1923929" y="16312"/>
                  </a:lnTo>
                  <a:lnTo>
                    <a:pt x="1995520" y="13543"/>
                  </a:lnTo>
                  <a:lnTo>
                    <a:pt x="2067915" y="11021"/>
                  </a:lnTo>
                  <a:lnTo>
                    <a:pt x="2141084" y="8747"/>
                  </a:lnTo>
                  <a:lnTo>
                    <a:pt x="2214998" y="6728"/>
                  </a:lnTo>
                  <a:lnTo>
                    <a:pt x="2289628" y="4965"/>
                  </a:lnTo>
                  <a:lnTo>
                    <a:pt x="2364945" y="3464"/>
                  </a:lnTo>
                  <a:lnTo>
                    <a:pt x="2440920" y="2226"/>
                  </a:lnTo>
                  <a:lnTo>
                    <a:pt x="2517524" y="1258"/>
                  </a:lnTo>
                  <a:lnTo>
                    <a:pt x="2594728" y="561"/>
                  </a:lnTo>
                  <a:lnTo>
                    <a:pt x="2672503" y="141"/>
                  </a:lnTo>
                  <a:lnTo>
                    <a:pt x="2750820" y="0"/>
                  </a:lnTo>
                  <a:lnTo>
                    <a:pt x="2829136" y="141"/>
                  </a:lnTo>
                  <a:lnTo>
                    <a:pt x="2906911" y="561"/>
                  </a:lnTo>
                  <a:lnTo>
                    <a:pt x="2984115" y="1258"/>
                  </a:lnTo>
                  <a:lnTo>
                    <a:pt x="3060719" y="2226"/>
                  </a:lnTo>
                  <a:lnTo>
                    <a:pt x="3136694" y="3464"/>
                  </a:lnTo>
                  <a:lnTo>
                    <a:pt x="3212011" y="4965"/>
                  </a:lnTo>
                  <a:lnTo>
                    <a:pt x="3286641" y="6728"/>
                  </a:lnTo>
                  <a:lnTo>
                    <a:pt x="3360555" y="8747"/>
                  </a:lnTo>
                  <a:lnTo>
                    <a:pt x="3433724" y="11021"/>
                  </a:lnTo>
                  <a:lnTo>
                    <a:pt x="3506119" y="13543"/>
                  </a:lnTo>
                  <a:lnTo>
                    <a:pt x="3577710" y="16312"/>
                  </a:lnTo>
                  <a:lnTo>
                    <a:pt x="3648470" y="19322"/>
                  </a:lnTo>
                  <a:lnTo>
                    <a:pt x="3718368" y="22572"/>
                  </a:lnTo>
                  <a:lnTo>
                    <a:pt x="3787376" y="26055"/>
                  </a:lnTo>
                  <a:lnTo>
                    <a:pt x="3855464" y="29770"/>
                  </a:lnTo>
                  <a:lnTo>
                    <a:pt x="3922604" y="33712"/>
                  </a:lnTo>
                  <a:lnTo>
                    <a:pt x="3988767" y="37877"/>
                  </a:lnTo>
                  <a:lnTo>
                    <a:pt x="4053924" y="42261"/>
                  </a:lnTo>
                  <a:lnTo>
                    <a:pt x="4118045" y="46862"/>
                  </a:lnTo>
                  <a:lnTo>
                    <a:pt x="4181102" y="51675"/>
                  </a:lnTo>
                  <a:lnTo>
                    <a:pt x="4243065" y="56696"/>
                  </a:lnTo>
                  <a:lnTo>
                    <a:pt x="4303905" y="61922"/>
                  </a:lnTo>
                  <a:lnTo>
                    <a:pt x="4363594" y="67348"/>
                  </a:lnTo>
                  <a:lnTo>
                    <a:pt x="4422103" y="72972"/>
                  </a:lnTo>
                  <a:lnTo>
                    <a:pt x="4479401" y="78789"/>
                  </a:lnTo>
                  <a:lnTo>
                    <a:pt x="4535462" y="84796"/>
                  </a:lnTo>
                  <a:lnTo>
                    <a:pt x="4590254" y="90989"/>
                  </a:lnTo>
                  <a:lnTo>
                    <a:pt x="4643750" y="97364"/>
                  </a:lnTo>
                  <a:lnTo>
                    <a:pt x="4695920" y="103917"/>
                  </a:lnTo>
                  <a:lnTo>
                    <a:pt x="4746735" y="110645"/>
                  </a:lnTo>
                  <a:lnTo>
                    <a:pt x="4796166" y="117544"/>
                  </a:lnTo>
                  <a:lnTo>
                    <a:pt x="4844185" y="124610"/>
                  </a:lnTo>
                  <a:lnTo>
                    <a:pt x="4890761" y="131839"/>
                  </a:lnTo>
                  <a:lnTo>
                    <a:pt x="4935867" y="139228"/>
                  </a:lnTo>
                  <a:lnTo>
                    <a:pt x="4979473" y="146773"/>
                  </a:lnTo>
                  <a:lnTo>
                    <a:pt x="5021549" y="154470"/>
                  </a:lnTo>
                  <a:lnTo>
                    <a:pt x="5062068" y="162316"/>
                  </a:lnTo>
                  <a:lnTo>
                    <a:pt x="5101000" y="170306"/>
                  </a:lnTo>
                  <a:lnTo>
                    <a:pt x="5138315" y="178437"/>
                  </a:lnTo>
                  <a:lnTo>
                    <a:pt x="5207982" y="195107"/>
                  </a:lnTo>
                  <a:lnTo>
                    <a:pt x="5270836" y="212295"/>
                  </a:lnTo>
                  <a:lnTo>
                    <a:pt x="5326645" y="229972"/>
                  </a:lnTo>
                  <a:lnTo>
                    <a:pt x="5375176" y="248107"/>
                  </a:lnTo>
                  <a:lnTo>
                    <a:pt x="5416199" y="266672"/>
                  </a:lnTo>
                  <a:lnTo>
                    <a:pt x="5449479" y="285634"/>
                  </a:lnTo>
                  <a:lnTo>
                    <a:pt x="5484375" y="314760"/>
                  </a:lnTo>
                  <a:lnTo>
                    <a:pt x="5501639" y="354711"/>
                  </a:lnTo>
                  <a:lnTo>
                    <a:pt x="5500546" y="364806"/>
                  </a:lnTo>
                  <a:lnTo>
                    <a:pt x="5474785" y="404452"/>
                  </a:lnTo>
                  <a:lnTo>
                    <a:pt x="5433821" y="433309"/>
                  </a:lnTo>
                  <a:lnTo>
                    <a:pt x="5396641" y="452073"/>
                  </a:lnTo>
                  <a:lnTo>
                    <a:pt x="5351835" y="470423"/>
                  </a:lnTo>
                  <a:lnTo>
                    <a:pt x="5299636" y="488328"/>
                  </a:lnTo>
                  <a:lnTo>
                    <a:pt x="5240275" y="505760"/>
                  </a:lnTo>
                  <a:lnTo>
                    <a:pt x="5173986" y="522687"/>
                  </a:lnTo>
                  <a:lnTo>
                    <a:pt x="5101000" y="539080"/>
                  </a:lnTo>
                  <a:lnTo>
                    <a:pt x="5062068" y="547067"/>
                  </a:lnTo>
                  <a:lnTo>
                    <a:pt x="5021549" y="554910"/>
                  </a:lnTo>
                  <a:lnTo>
                    <a:pt x="4979473" y="562604"/>
                  </a:lnTo>
                  <a:lnTo>
                    <a:pt x="4935867" y="570145"/>
                  </a:lnTo>
                  <a:lnTo>
                    <a:pt x="4890761" y="577531"/>
                  </a:lnTo>
                  <a:lnTo>
                    <a:pt x="4844185" y="584757"/>
                  </a:lnTo>
                  <a:lnTo>
                    <a:pt x="4796166" y="591820"/>
                  </a:lnTo>
                  <a:lnTo>
                    <a:pt x="4746735" y="598716"/>
                  </a:lnTo>
                  <a:lnTo>
                    <a:pt x="4695920" y="605440"/>
                  </a:lnTo>
                  <a:lnTo>
                    <a:pt x="4643750" y="611990"/>
                  </a:lnTo>
                  <a:lnTo>
                    <a:pt x="4590254" y="618362"/>
                  </a:lnTo>
                  <a:lnTo>
                    <a:pt x="4535462" y="624551"/>
                  </a:lnTo>
                  <a:lnTo>
                    <a:pt x="4479401" y="630555"/>
                  </a:lnTo>
                  <a:lnTo>
                    <a:pt x="4422103" y="636369"/>
                  </a:lnTo>
                  <a:lnTo>
                    <a:pt x="4363594" y="641990"/>
                  </a:lnTo>
                  <a:lnTo>
                    <a:pt x="4303905" y="647413"/>
                  </a:lnTo>
                  <a:lnTo>
                    <a:pt x="4243065" y="652636"/>
                  </a:lnTo>
                  <a:lnTo>
                    <a:pt x="4181102" y="657654"/>
                  </a:lnTo>
                  <a:lnTo>
                    <a:pt x="4118045" y="662464"/>
                  </a:lnTo>
                  <a:lnTo>
                    <a:pt x="4053924" y="667062"/>
                  </a:lnTo>
                  <a:lnTo>
                    <a:pt x="3988767" y="671444"/>
                  </a:lnTo>
                  <a:lnTo>
                    <a:pt x="3922604" y="675606"/>
                  </a:lnTo>
                  <a:lnTo>
                    <a:pt x="3855464" y="679545"/>
                  </a:lnTo>
                  <a:lnTo>
                    <a:pt x="3787376" y="683257"/>
                  </a:lnTo>
                  <a:lnTo>
                    <a:pt x="3718368" y="686739"/>
                  </a:lnTo>
                  <a:lnTo>
                    <a:pt x="3648470" y="689986"/>
                  </a:lnTo>
                  <a:lnTo>
                    <a:pt x="3577710" y="692994"/>
                  </a:lnTo>
                  <a:lnTo>
                    <a:pt x="3506119" y="695761"/>
                  </a:lnTo>
                  <a:lnTo>
                    <a:pt x="3433724" y="698282"/>
                  </a:lnTo>
                  <a:lnTo>
                    <a:pt x="3360555" y="700553"/>
                  </a:lnTo>
                  <a:lnTo>
                    <a:pt x="3286641" y="702571"/>
                  </a:lnTo>
                  <a:lnTo>
                    <a:pt x="3212011" y="704333"/>
                  </a:lnTo>
                  <a:lnTo>
                    <a:pt x="3136694" y="705833"/>
                  </a:lnTo>
                  <a:lnTo>
                    <a:pt x="3060719" y="707069"/>
                  </a:lnTo>
                  <a:lnTo>
                    <a:pt x="2984115" y="708037"/>
                  </a:lnTo>
                  <a:lnTo>
                    <a:pt x="2906911" y="708733"/>
                  </a:lnTo>
                  <a:lnTo>
                    <a:pt x="2829136" y="709154"/>
                  </a:lnTo>
                  <a:lnTo>
                    <a:pt x="2750820" y="709294"/>
                  </a:lnTo>
                  <a:lnTo>
                    <a:pt x="2672503" y="709154"/>
                  </a:lnTo>
                  <a:lnTo>
                    <a:pt x="2594728" y="708733"/>
                  </a:lnTo>
                  <a:lnTo>
                    <a:pt x="2517524" y="708037"/>
                  </a:lnTo>
                  <a:lnTo>
                    <a:pt x="2440920" y="707069"/>
                  </a:lnTo>
                  <a:lnTo>
                    <a:pt x="2364945" y="705833"/>
                  </a:lnTo>
                  <a:lnTo>
                    <a:pt x="2289628" y="704333"/>
                  </a:lnTo>
                  <a:lnTo>
                    <a:pt x="2214998" y="702571"/>
                  </a:lnTo>
                  <a:lnTo>
                    <a:pt x="2141084" y="700553"/>
                  </a:lnTo>
                  <a:lnTo>
                    <a:pt x="2067915" y="698282"/>
                  </a:lnTo>
                  <a:lnTo>
                    <a:pt x="1995520" y="695761"/>
                  </a:lnTo>
                  <a:lnTo>
                    <a:pt x="1923929" y="692994"/>
                  </a:lnTo>
                  <a:lnTo>
                    <a:pt x="1853169" y="689986"/>
                  </a:lnTo>
                  <a:lnTo>
                    <a:pt x="1783271" y="686739"/>
                  </a:lnTo>
                  <a:lnTo>
                    <a:pt x="1714263" y="683257"/>
                  </a:lnTo>
                  <a:lnTo>
                    <a:pt x="1646175" y="679545"/>
                  </a:lnTo>
                  <a:lnTo>
                    <a:pt x="1579035" y="675606"/>
                  </a:lnTo>
                  <a:lnTo>
                    <a:pt x="1512872" y="671444"/>
                  </a:lnTo>
                  <a:lnTo>
                    <a:pt x="1447715" y="667062"/>
                  </a:lnTo>
                  <a:lnTo>
                    <a:pt x="1383594" y="662464"/>
                  </a:lnTo>
                  <a:lnTo>
                    <a:pt x="1320537" y="657654"/>
                  </a:lnTo>
                  <a:lnTo>
                    <a:pt x="1258574" y="652636"/>
                  </a:lnTo>
                  <a:lnTo>
                    <a:pt x="1197734" y="647413"/>
                  </a:lnTo>
                  <a:lnTo>
                    <a:pt x="1138045" y="641990"/>
                  </a:lnTo>
                  <a:lnTo>
                    <a:pt x="1079536" y="636369"/>
                  </a:lnTo>
                  <a:lnTo>
                    <a:pt x="1022238" y="630555"/>
                  </a:lnTo>
                  <a:lnTo>
                    <a:pt x="966177" y="624551"/>
                  </a:lnTo>
                  <a:lnTo>
                    <a:pt x="911385" y="618362"/>
                  </a:lnTo>
                  <a:lnTo>
                    <a:pt x="857889" y="611990"/>
                  </a:lnTo>
                  <a:lnTo>
                    <a:pt x="805719" y="605440"/>
                  </a:lnTo>
                  <a:lnTo>
                    <a:pt x="754904" y="598716"/>
                  </a:lnTo>
                  <a:lnTo>
                    <a:pt x="705473" y="591820"/>
                  </a:lnTo>
                  <a:lnTo>
                    <a:pt x="657454" y="584757"/>
                  </a:lnTo>
                  <a:lnTo>
                    <a:pt x="610878" y="577531"/>
                  </a:lnTo>
                  <a:lnTo>
                    <a:pt x="565772" y="570145"/>
                  </a:lnTo>
                  <a:lnTo>
                    <a:pt x="522166" y="562604"/>
                  </a:lnTo>
                  <a:lnTo>
                    <a:pt x="480090" y="554910"/>
                  </a:lnTo>
                  <a:lnTo>
                    <a:pt x="439571" y="547067"/>
                  </a:lnTo>
                  <a:lnTo>
                    <a:pt x="400639" y="539080"/>
                  </a:lnTo>
                  <a:lnTo>
                    <a:pt x="363324" y="530952"/>
                  </a:lnTo>
                  <a:lnTo>
                    <a:pt x="293657" y="514288"/>
                  </a:lnTo>
                  <a:lnTo>
                    <a:pt x="230803" y="497105"/>
                  </a:lnTo>
                  <a:lnTo>
                    <a:pt x="174994" y="479433"/>
                  </a:lnTo>
                  <a:lnTo>
                    <a:pt x="126463" y="461302"/>
                  </a:lnTo>
                  <a:lnTo>
                    <a:pt x="85440" y="442741"/>
                  </a:lnTo>
                  <a:lnTo>
                    <a:pt x="52160" y="423782"/>
                  </a:lnTo>
                  <a:lnTo>
                    <a:pt x="17264" y="394659"/>
                  </a:lnTo>
                  <a:lnTo>
                    <a:pt x="0" y="354711"/>
                  </a:lnTo>
                  <a:close/>
                </a:path>
              </a:pathLst>
            </a:custGeom>
            <a:ln w="19050">
              <a:solidFill>
                <a:srgbClr val="FF0000"/>
              </a:solidFill>
            </a:ln>
          </p:spPr>
          <p:txBody>
            <a:bodyPr wrap="square" lIns="0" tIns="0" rIns="0" bIns="0" rtlCol="0"/>
            <a:lstStyle/>
            <a:p>
              <a:endParaRPr sz="3200"/>
            </a:p>
          </p:txBody>
        </p:sp>
      </p:grpSp>
      <p:sp>
        <p:nvSpPr>
          <p:cNvPr id="8" name="object 3">
            <a:extLst>
              <a:ext uri="{FF2B5EF4-FFF2-40B4-BE49-F238E27FC236}">
                <a16:creationId xmlns:a16="http://schemas.microsoft.com/office/drawing/2014/main" id="{CA850CEC-BBE6-932B-7ACA-BFBCCF477F7D}"/>
              </a:ext>
            </a:extLst>
          </p:cNvPr>
          <p:cNvSpPr txBox="1"/>
          <p:nvPr/>
        </p:nvSpPr>
        <p:spPr>
          <a:xfrm>
            <a:off x="270310" y="365837"/>
            <a:ext cx="13213148" cy="948978"/>
          </a:xfrm>
          <a:prstGeom prst="rect">
            <a:avLst/>
          </a:prstGeom>
        </p:spPr>
        <p:txBody>
          <a:bodyPr vert="horz" wrap="square" lIns="0" tIns="0" rIns="0" bIns="0" rtlCol="0">
            <a:spAutoFit/>
          </a:bodyPr>
          <a:lstStyle/>
          <a:p>
            <a:pPr marL="664955">
              <a:lnSpc>
                <a:spcPts val="2582"/>
              </a:lnSpc>
            </a:pPr>
            <a:r>
              <a:rPr sz="3600" b="1" spc="-14" dirty="0">
                <a:latin typeface="Cambria"/>
                <a:cs typeface="Cambria"/>
              </a:rPr>
              <a:t>4)</a:t>
            </a:r>
            <a:r>
              <a:rPr sz="3600" b="1" spc="-219" dirty="0">
                <a:latin typeface="Cambria"/>
                <a:cs typeface="Cambria"/>
              </a:rPr>
              <a:t> </a:t>
            </a:r>
            <a:r>
              <a:rPr sz="3200" b="1" dirty="0">
                <a:latin typeface="Cambria"/>
                <a:cs typeface="Cambria"/>
              </a:rPr>
              <a:t>Law</a:t>
            </a:r>
            <a:r>
              <a:rPr sz="3200" b="1" spc="-28" dirty="0">
                <a:latin typeface="Cambria"/>
                <a:cs typeface="Cambria"/>
              </a:rPr>
              <a:t> </a:t>
            </a:r>
            <a:r>
              <a:rPr sz="3200" b="1" dirty="0">
                <a:latin typeface="Cambria"/>
                <a:cs typeface="Cambria"/>
              </a:rPr>
              <a:t>of</a:t>
            </a:r>
            <a:r>
              <a:rPr sz="3200" b="1" spc="-14" dirty="0">
                <a:latin typeface="Cambria"/>
                <a:cs typeface="Cambria"/>
              </a:rPr>
              <a:t> Continuity</a:t>
            </a:r>
            <a:endParaRPr sz="3200" dirty="0">
              <a:latin typeface="Cambria"/>
              <a:cs typeface="Cambria"/>
            </a:endParaRPr>
          </a:p>
          <a:p>
            <a:pPr marL="17972"/>
            <a:r>
              <a:rPr sz="3200" dirty="0">
                <a:latin typeface="Cambria"/>
                <a:cs typeface="Cambria"/>
              </a:rPr>
              <a:t>We</a:t>
            </a:r>
            <a:r>
              <a:rPr sz="3200" spc="-21" dirty="0">
                <a:latin typeface="Cambria"/>
                <a:cs typeface="Cambria"/>
              </a:rPr>
              <a:t> </a:t>
            </a:r>
            <a:r>
              <a:rPr sz="3200" dirty="0">
                <a:latin typeface="Cambria"/>
                <a:cs typeface="Cambria"/>
              </a:rPr>
              <a:t>did</a:t>
            </a:r>
            <a:r>
              <a:rPr sz="3200" spc="-14" dirty="0">
                <a:latin typeface="Cambria"/>
                <a:cs typeface="Cambria"/>
              </a:rPr>
              <a:t> </a:t>
            </a:r>
            <a:r>
              <a:rPr sz="3200" dirty="0">
                <a:latin typeface="Cambria"/>
                <a:cs typeface="Cambria"/>
              </a:rPr>
              <a:t>not</a:t>
            </a:r>
            <a:r>
              <a:rPr sz="3200" spc="-14" dirty="0">
                <a:latin typeface="Cambria"/>
                <a:cs typeface="Cambria"/>
              </a:rPr>
              <a:t> </a:t>
            </a:r>
            <a:r>
              <a:rPr sz="3200" dirty="0">
                <a:latin typeface="Cambria"/>
                <a:cs typeface="Cambria"/>
              </a:rPr>
              <a:t>spot</a:t>
            </a:r>
            <a:r>
              <a:rPr sz="3200" spc="-14" dirty="0">
                <a:latin typeface="Cambria"/>
                <a:cs typeface="Cambria"/>
              </a:rPr>
              <a:t> </a:t>
            </a:r>
            <a:r>
              <a:rPr sz="3200" dirty="0">
                <a:latin typeface="Cambria"/>
                <a:cs typeface="Cambria"/>
              </a:rPr>
              <a:t>any</a:t>
            </a:r>
            <a:r>
              <a:rPr sz="3200" spc="-21" dirty="0">
                <a:latin typeface="Cambria"/>
                <a:cs typeface="Cambria"/>
              </a:rPr>
              <a:t> </a:t>
            </a:r>
            <a:r>
              <a:rPr sz="3200" dirty="0">
                <a:latin typeface="Cambria"/>
                <a:cs typeface="Cambria"/>
              </a:rPr>
              <a:t>mistakes</a:t>
            </a:r>
            <a:r>
              <a:rPr sz="3200" spc="-35" dirty="0">
                <a:latin typeface="Cambria"/>
                <a:cs typeface="Cambria"/>
              </a:rPr>
              <a:t> </a:t>
            </a:r>
            <a:r>
              <a:rPr sz="3200" dirty="0">
                <a:latin typeface="Cambria"/>
                <a:cs typeface="Cambria"/>
              </a:rPr>
              <a:t>about</a:t>
            </a:r>
            <a:r>
              <a:rPr sz="3200" spc="-28" dirty="0">
                <a:latin typeface="Cambria"/>
                <a:cs typeface="Cambria"/>
              </a:rPr>
              <a:t> </a:t>
            </a:r>
            <a:r>
              <a:rPr sz="3200" dirty="0">
                <a:latin typeface="Cambria"/>
                <a:cs typeface="Cambria"/>
              </a:rPr>
              <a:t>Law</a:t>
            </a:r>
            <a:r>
              <a:rPr sz="3200" spc="-21" dirty="0">
                <a:latin typeface="Cambria"/>
                <a:cs typeface="Cambria"/>
              </a:rPr>
              <a:t> </a:t>
            </a:r>
            <a:r>
              <a:rPr sz="3200" dirty="0">
                <a:latin typeface="Cambria"/>
                <a:cs typeface="Cambria"/>
              </a:rPr>
              <a:t>of</a:t>
            </a:r>
            <a:r>
              <a:rPr sz="3200" spc="-28" dirty="0">
                <a:latin typeface="Cambria"/>
                <a:cs typeface="Cambria"/>
              </a:rPr>
              <a:t> </a:t>
            </a:r>
            <a:r>
              <a:rPr sz="3200" spc="-14" dirty="0">
                <a:latin typeface="Cambria"/>
                <a:cs typeface="Cambria"/>
              </a:rPr>
              <a:t>Continuity</a:t>
            </a:r>
            <a:r>
              <a:rPr sz="4000" spc="-14" dirty="0">
                <a:latin typeface="Cambria"/>
                <a:cs typeface="Cambria"/>
              </a:rPr>
              <a:t>.</a:t>
            </a:r>
            <a:endParaRPr sz="4000" dirty="0">
              <a:latin typeface="Cambria"/>
              <a:cs typeface="Cambria"/>
            </a:endParaRPr>
          </a:p>
        </p:txBody>
      </p:sp>
      <p:sp>
        <p:nvSpPr>
          <p:cNvPr id="10" name="مربع نص 9">
            <a:extLst>
              <a:ext uri="{FF2B5EF4-FFF2-40B4-BE49-F238E27FC236}">
                <a16:creationId xmlns:a16="http://schemas.microsoft.com/office/drawing/2014/main" id="{50B68936-B8D5-29E4-FE97-426B28F5DF95}"/>
              </a:ext>
            </a:extLst>
          </p:cNvPr>
          <p:cNvSpPr txBox="1"/>
          <p:nvPr/>
        </p:nvSpPr>
        <p:spPr>
          <a:xfrm>
            <a:off x="96969" y="5037693"/>
            <a:ext cx="7206916" cy="707886"/>
          </a:xfrm>
          <a:prstGeom prst="rect">
            <a:avLst/>
          </a:prstGeom>
          <a:noFill/>
        </p:spPr>
        <p:txBody>
          <a:bodyPr wrap="square">
            <a:spAutoFit/>
          </a:bodyPr>
          <a:lstStyle/>
          <a:p>
            <a:r>
              <a:rPr lang="en-US" sz="4000" b="1" spc="-14" dirty="0">
                <a:latin typeface="Cambria"/>
                <a:cs typeface="Cambria"/>
              </a:rPr>
              <a:t> Before:</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02097" y="596222"/>
            <a:ext cx="1757558" cy="509682"/>
          </a:xfrm>
          <a:prstGeom prst="rect">
            <a:avLst/>
          </a:prstGeom>
        </p:spPr>
        <p:txBody>
          <a:bodyPr vert="horz" wrap="square" lIns="0" tIns="17073" rIns="0" bIns="0" rtlCol="0">
            <a:spAutoFit/>
          </a:bodyPr>
          <a:lstStyle/>
          <a:p>
            <a:pPr marL="17972">
              <a:spcBef>
                <a:spcPts val="134"/>
              </a:spcBef>
            </a:pPr>
            <a:r>
              <a:rPr sz="3200" b="1" spc="-14" dirty="0">
                <a:latin typeface="Cambria"/>
                <a:cs typeface="Cambria"/>
              </a:rPr>
              <a:t>After:</a:t>
            </a:r>
            <a:endParaRPr sz="3200" dirty="0">
              <a:latin typeface="Cambria"/>
              <a:cs typeface="Cambria"/>
            </a:endParaRPr>
          </a:p>
        </p:txBody>
      </p:sp>
      <p:grpSp>
        <p:nvGrpSpPr>
          <p:cNvPr id="4" name="object 4"/>
          <p:cNvGrpSpPr/>
          <p:nvPr/>
        </p:nvGrpSpPr>
        <p:grpSpPr>
          <a:xfrm>
            <a:off x="1870869" y="311150"/>
            <a:ext cx="10972800" cy="10071100"/>
            <a:chOff x="732155" y="1070165"/>
            <a:chExt cx="6102350" cy="5412740"/>
          </a:xfrm>
        </p:grpSpPr>
        <p:pic>
          <p:nvPicPr>
            <p:cNvPr id="5" name="object 5"/>
            <p:cNvPicPr/>
            <p:nvPr/>
          </p:nvPicPr>
          <p:blipFill>
            <a:blip r:embed="rId2" cstate="print"/>
            <a:stretch>
              <a:fillRect/>
            </a:stretch>
          </p:blipFill>
          <p:spPr>
            <a:xfrm>
              <a:off x="760730" y="1098676"/>
              <a:ext cx="6014552" cy="5355590"/>
            </a:xfrm>
            <a:prstGeom prst="rect">
              <a:avLst/>
            </a:prstGeom>
          </p:spPr>
        </p:pic>
        <p:sp>
          <p:nvSpPr>
            <p:cNvPr id="6" name="object 6"/>
            <p:cNvSpPr/>
            <p:nvPr/>
          </p:nvSpPr>
          <p:spPr>
            <a:xfrm>
              <a:off x="746442" y="1084452"/>
              <a:ext cx="6073775" cy="5384165"/>
            </a:xfrm>
            <a:custGeom>
              <a:avLst/>
              <a:gdLst/>
              <a:ahLst/>
              <a:cxnLst/>
              <a:rect l="l" t="t" r="r" b="b"/>
              <a:pathLst>
                <a:path w="6073775" h="5384165">
                  <a:moveTo>
                    <a:pt x="0" y="5384165"/>
                  </a:moveTo>
                  <a:lnTo>
                    <a:pt x="6073775" y="5384165"/>
                  </a:lnTo>
                  <a:lnTo>
                    <a:pt x="6073775" y="0"/>
                  </a:lnTo>
                  <a:lnTo>
                    <a:pt x="0" y="0"/>
                  </a:lnTo>
                  <a:lnTo>
                    <a:pt x="0" y="5384165"/>
                  </a:lnTo>
                  <a:close/>
                </a:path>
              </a:pathLst>
            </a:custGeom>
            <a:ln w="28575">
              <a:solidFill>
                <a:srgbClr val="000000"/>
              </a:solidFill>
            </a:ln>
          </p:spPr>
          <p:txBody>
            <a:bodyPr wrap="square" lIns="0" tIns="0" rIns="0" bIns="0" rtlCol="0"/>
            <a:lstStyle/>
            <a:p>
              <a:endParaRPr/>
            </a:p>
          </p:txBody>
        </p:sp>
        <p:sp>
          <p:nvSpPr>
            <p:cNvPr id="7" name="object 7"/>
            <p:cNvSpPr/>
            <p:nvPr/>
          </p:nvSpPr>
          <p:spPr>
            <a:xfrm>
              <a:off x="992505" y="1205483"/>
              <a:ext cx="5783580" cy="977265"/>
            </a:xfrm>
            <a:custGeom>
              <a:avLst/>
              <a:gdLst/>
              <a:ahLst/>
              <a:cxnLst/>
              <a:rect l="l" t="t" r="r" b="b"/>
              <a:pathLst>
                <a:path w="5783580" h="977264">
                  <a:moveTo>
                    <a:pt x="0" y="488569"/>
                  </a:moveTo>
                  <a:lnTo>
                    <a:pt x="8699" y="450381"/>
                  </a:lnTo>
                  <a:lnTo>
                    <a:pt x="34371" y="412999"/>
                  </a:lnTo>
                  <a:lnTo>
                    <a:pt x="76371" y="376530"/>
                  </a:lnTo>
                  <a:lnTo>
                    <a:pt x="113124" y="352778"/>
                  </a:lnTo>
                  <a:lnTo>
                    <a:pt x="156659" y="329513"/>
                  </a:lnTo>
                  <a:lnTo>
                    <a:pt x="206785" y="306766"/>
                  </a:lnTo>
                  <a:lnTo>
                    <a:pt x="263310" y="284570"/>
                  </a:lnTo>
                  <a:lnTo>
                    <a:pt x="326046" y="262956"/>
                  </a:lnTo>
                  <a:lnTo>
                    <a:pt x="394800" y="241958"/>
                  </a:lnTo>
                  <a:lnTo>
                    <a:pt x="469383" y="221607"/>
                  </a:lnTo>
                  <a:lnTo>
                    <a:pt x="508801" y="211684"/>
                  </a:lnTo>
                  <a:lnTo>
                    <a:pt x="549605" y="201935"/>
                  </a:lnTo>
                  <a:lnTo>
                    <a:pt x="591770" y="192364"/>
                  </a:lnTo>
                  <a:lnTo>
                    <a:pt x="635274" y="182974"/>
                  </a:lnTo>
                  <a:lnTo>
                    <a:pt x="680092" y="173771"/>
                  </a:lnTo>
                  <a:lnTo>
                    <a:pt x="726201" y="164757"/>
                  </a:lnTo>
                  <a:lnTo>
                    <a:pt x="773576" y="155938"/>
                  </a:lnTo>
                  <a:lnTo>
                    <a:pt x="822195" y="147316"/>
                  </a:lnTo>
                  <a:lnTo>
                    <a:pt x="872032" y="138897"/>
                  </a:lnTo>
                  <a:lnTo>
                    <a:pt x="923065" y="130683"/>
                  </a:lnTo>
                  <a:lnTo>
                    <a:pt x="975269" y="122679"/>
                  </a:lnTo>
                  <a:lnTo>
                    <a:pt x="1028621" y="114890"/>
                  </a:lnTo>
                  <a:lnTo>
                    <a:pt x="1083097" y="107318"/>
                  </a:lnTo>
                  <a:lnTo>
                    <a:pt x="1138673" y="99969"/>
                  </a:lnTo>
                  <a:lnTo>
                    <a:pt x="1195325" y="92845"/>
                  </a:lnTo>
                  <a:lnTo>
                    <a:pt x="1253030" y="85952"/>
                  </a:lnTo>
                  <a:lnTo>
                    <a:pt x="1311763" y="79293"/>
                  </a:lnTo>
                  <a:lnTo>
                    <a:pt x="1371502" y="72872"/>
                  </a:lnTo>
                  <a:lnTo>
                    <a:pt x="1432221" y="66693"/>
                  </a:lnTo>
                  <a:lnTo>
                    <a:pt x="1493897" y="60761"/>
                  </a:lnTo>
                  <a:lnTo>
                    <a:pt x="1556507" y="55078"/>
                  </a:lnTo>
                  <a:lnTo>
                    <a:pt x="1620027" y="49650"/>
                  </a:lnTo>
                  <a:lnTo>
                    <a:pt x="1684433" y="44480"/>
                  </a:lnTo>
                  <a:lnTo>
                    <a:pt x="1749700" y="39573"/>
                  </a:lnTo>
                  <a:lnTo>
                    <a:pt x="1815806" y="34931"/>
                  </a:lnTo>
                  <a:lnTo>
                    <a:pt x="1882726" y="30560"/>
                  </a:lnTo>
                  <a:lnTo>
                    <a:pt x="1950437" y="26464"/>
                  </a:lnTo>
                  <a:lnTo>
                    <a:pt x="2018914" y="22645"/>
                  </a:lnTo>
                  <a:lnTo>
                    <a:pt x="2088135" y="19109"/>
                  </a:lnTo>
                  <a:lnTo>
                    <a:pt x="2158074" y="15860"/>
                  </a:lnTo>
                  <a:lnTo>
                    <a:pt x="2228710" y="12901"/>
                  </a:lnTo>
                  <a:lnTo>
                    <a:pt x="2300016" y="10236"/>
                  </a:lnTo>
                  <a:lnTo>
                    <a:pt x="2371971" y="7869"/>
                  </a:lnTo>
                  <a:lnTo>
                    <a:pt x="2444549" y="5806"/>
                  </a:lnTo>
                  <a:lnTo>
                    <a:pt x="2517728" y="4048"/>
                  </a:lnTo>
                  <a:lnTo>
                    <a:pt x="2591483" y="2601"/>
                  </a:lnTo>
                  <a:lnTo>
                    <a:pt x="2665790" y="1469"/>
                  </a:lnTo>
                  <a:lnTo>
                    <a:pt x="2740626" y="655"/>
                  </a:lnTo>
                  <a:lnTo>
                    <a:pt x="2815967" y="164"/>
                  </a:lnTo>
                  <a:lnTo>
                    <a:pt x="2891790" y="0"/>
                  </a:lnTo>
                  <a:lnTo>
                    <a:pt x="2967612" y="164"/>
                  </a:lnTo>
                  <a:lnTo>
                    <a:pt x="3042953" y="655"/>
                  </a:lnTo>
                  <a:lnTo>
                    <a:pt x="3117789" y="1469"/>
                  </a:lnTo>
                  <a:lnTo>
                    <a:pt x="3192096" y="2601"/>
                  </a:lnTo>
                  <a:lnTo>
                    <a:pt x="3265851" y="4048"/>
                  </a:lnTo>
                  <a:lnTo>
                    <a:pt x="3339030" y="5806"/>
                  </a:lnTo>
                  <a:lnTo>
                    <a:pt x="3411608" y="7869"/>
                  </a:lnTo>
                  <a:lnTo>
                    <a:pt x="3483563" y="10236"/>
                  </a:lnTo>
                  <a:lnTo>
                    <a:pt x="3554869" y="12901"/>
                  </a:lnTo>
                  <a:lnTo>
                    <a:pt x="3625505" y="15860"/>
                  </a:lnTo>
                  <a:lnTo>
                    <a:pt x="3695444" y="19109"/>
                  </a:lnTo>
                  <a:lnTo>
                    <a:pt x="3764665" y="22645"/>
                  </a:lnTo>
                  <a:lnTo>
                    <a:pt x="3833142" y="26464"/>
                  </a:lnTo>
                  <a:lnTo>
                    <a:pt x="3900853" y="30560"/>
                  </a:lnTo>
                  <a:lnTo>
                    <a:pt x="3967773" y="34931"/>
                  </a:lnTo>
                  <a:lnTo>
                    <a:pt x="4033879" y="39573"/>
                  </a:lnTo>
                  <a:lnTo>
                    <a:pt x="4099146" y="44480"/>
                  </a:lnTo>
                  <a:lnTo>
                    <a:pt x="4163552" y="49650"/>
                  </a:lnTo>
                  <a:lnTo>
                    <a:pt x="4227072" y="55078"/>
                  </a:lnTo>
                  <a:lnTo>
                    <a:pt x="4289682" y="60761"/>
                  </a:lnTo>
                  <a:lnTo>
                    <a:pt x="4351358" y="66693"/>
                  </a:lnTo>
                  <a:lnTo>
                    <a:pt x="4412077" y="72872"/>
                  </a:lnTo>
                  <a:lnTo>
                    <a:pt x="4471816" y="79293"/>
                  </a:lnTo>
                  <a:lnTo>
                    <a:pt x="4530549" y="85952"/>
                  </a:lnTo>
                  <a:lnTo>
                    <a:pt x="4588254" y="92845"/>
                  </a:lnTo>
                  <a:lnTo>
                    <a:pt x="4644906" y="99969"/>
                  </a:lnTo>
                  <a:lnTo>
                    <a:pt x="4700482" y="107318"/>
                  </a:lnTo>
                  <a:lnTo>
                    <a:pt x="4754958" y="114890"/>
                  </a:lnTo>
                  <a:lnTo>
                    <a:pt x="4808310" y="122679"/>
                  </a:lnTo>
                  <a:lnTo>
                    <a:pt x="4860514" y="130683"/>
                  </a:lnTo>
                  <a:lnTo>
                    <a:pt x="4911547" y="138897"/>
                  </a:lnTo>
                  <a:lnTo>
                    <a:pt x="4961384" y="147316"/>
                  </a:lnTo>
                  <a:lnTo>
                    <a:pt x="5010003" y="155938"/>
                  </a:lnTo>
                  <a:lnTo>
                    <a:pt x="5057378" y="164757"/>
                  </a:lnTo>
                  <a:lnTo>
                    <a:pt x="5103487" y="173771"/>
                  </a:lnTo>
                  <a:lnTo>
                    <a:pt x="5148305" y="182974"/>
                  </a:lnTo>
                  <a:lnTo>
                    <a:pt x="5191809" y="192364"/>
                  </a:lnTo>
                  <a:lnTo>
                    <a:pt x="5233974" y="201935"/>
                  </a:lnTo>
                  <a:lnTo>
                    <a:pt x="5274778" y="211684"/>
                  </a:lnTo>
                  <a:lnTo>
                    <a:pt x="5314196" y="221607"/>
                  </a:lnTo>
                  <a:lnTo>
                    <a:pt x="5352204" y="231699"/>
                  </a:lnTo>
                  <a:lnTo>
                    <a:pt x="5423897" y="252378"/>
                  </a:lnTo>
                  <a:lnTo>
                    <a:pt x="5489665" y="273688"/>
                  </a:lnTo>
                  <a:lnTo>
                    <a:pt x="5549319" y="295597"/>
                  </a:lnTo>
                  <a:lnTo>
                    <a:pt x="5602669" y="318072"/>
                  </a:lnTo>
                  <a:lnTo>
                    <a:pt x="5649523" y="341083"/>
                  </a:lnTo>
                  <a:lnTo>
                    <a:pt x="5689691" y="364595"/>
                  </a:lnTo>
                  <a:lnTo>
                    <a:pt x="5722983" y="388578"/>
                  </a:lnTo>
                  <a:lnTo>
                    <a:pt x="5759611" y="425363"/>
                  </a:lnTo>
                  <a:lnTo>
                    <a:pt x="5779697" y="463026"/>
                  </a:lnTo>
                  <a:lnTo>
                    <a:pt x="5783580" y="488569"/>
                  </a:lnTo>
                  <a:lnTo>
                    <a:pt x="5782605" y="501380"/>
                  </a:lnTo>
                  <a:lnTo>
                    <a:pt x="5768176" y="539313"/>
                  </a:lnTo>
                  <a:lnTo>
                    <a:pt x="5736991" y="576406"/>
                  </a:lnTo>
                  <a:lnTo>
                    <a:pt x="5707208" y="600614"/>
                  </a:lnTo>
                  <a:lnTo>
                    <a:pt x="5670455" y="624369"/>
                  </a:lnTo>
                  <a:lnTo>
                    <a:pt x="5626920" y="647638"/>
                  </a:lnTo>
                  <a:lnTo>
                    <a:pt x="5576794" y="670389"/>
                  </a:lnTo>
                  <a:lnTo>
                    <a:pt x="5520269" y="692590"/>
                  </a:lnTo>
                  <a:lnTo>
                    <a:pt x="5457533" y="714208"/>
                  </a:lnTo>
                  <a:lnTo>
                    <a:pt x="5388779" y="735212"/>
                  </a:lnTo>
                  <a:lnTo>
                    <a:pt x="5314196" y="755569"/>
                  </a:lnTo>
                  <a:lnTo>
                    <a:pt x="5274778" y="765494"/>
                  </a:lnTo>
                  <a:lnTo>
                    <a:pt x="5233974" y="775246"/>
                  </a:lnTo>
                  <a:lnTo>
                    <a:pt x="5191809" y="784820"/>
                  </a:lnTo>
                  <a:lnTo>
                    <a:pt x="5148305" y="794213"/>
                  </a:lnTo>
                  <a:lnTo>
                    <a:pt x="5103487" y="803419"/>
                  </a:lnTo>
                  <a:lnTo>
                    <a:pt x="5057378" y="812436"/>
                  </a:lnTo>
                  <a:lnTo>
                    <a:pt x="5010003" y="821258"/>
                  </a:lnTo>
                  <a:lnTo>
                    <a:pt x="4961384" y="829883"/>
                  </a:lnTo>
                  <a:lnTo>
                    <a:pt x="4911547" y="838305"/>
                  </a:lnTo>
                  <a:lnTo>
                    <a:pt x="4860514" y="846522"/>
                  </a:lnTo>
                  <a:lnTo>
                    <a:pt x="4808310" y="854529"/>
                  </a:lnTo>
                  <a:lnTo>
                    <a:pt x="4754958" y="862321"/>
                  </a:lnTo>
                  <a:lnTo>
                    <a:pt x="4700482" y="869896"/>
                  </a:lnTo>
                  <a:lnTo>
                    <a:pt x="4644906" y="877248"/>
                  </a:lnTo>
                  <a:lnTo>
                    <a:pt x="4588254" y="884374"/>
                  </a:lnTo>
                  <a:lnTo>
                    <a:pt x="4530549" y="891271"/>
                  </a:lnTo>
                  <a:lnTo>
                    <a:pt x="4471816" y="897933"/>
                  </a:lnTo>
                  <a:lnTo>
                    <a:pt x="4412077" y="904356"/>
                  </a:lnTo>
                  <a:lnTo>
                    <a:pt x="4351358" y="910538"/>
                  </a:lnTo>
                  <a:lnTo>
                    <a:pt x="4289682" y="916473"/>
                  </a:lnTo>
                  <a:lnTo>
                    <a:pt x="4227072" y="922158"/>
                  </a:lnTo>
                  <a:lnTo>
                    <a:pt x="4163552" y="927589"/>
                  </a:lnTo>
                  <a:lnTo>
                    <a:pt x="4099146" y="932761"/>
                  </a:lnTo>
                  <a:lnTo>
                    <a:pt x="4033879" y="937671"/>
                  </a:lnTo>
                  <a:lnTo>
                    <a:pt x="3967773" y="942314"/>
                  </a:lnTo>
                  <a:lnTo>
                    <a:pt x="3900853" y="946688"/>
                  </a:lnTo>
                  <a:lnTo>
                    <a:pt x="3833142" y="950786"/>
                  </a:lnTo>
                  <a:lnTo>
                    <a:pt x="3764665" y="954607"/>
                  </a:lnTo>
                  <a:lnTo>
                    <a:pt x="3695444" y="958144"/>
                  </a:lnTo>
                  <a:lnTo>
                    <a:pt x="3625505" y="961396"/>
                  </a:lnTo>
                  <a:lnTo>
                    <a:pt x="3554869" y="964356"/>
                  </a:lnTo>
                  <a:lnTo>
                    <a:pt x="3483563" y="967023"/>
                  </a:lnTo>
                  <a:lnTo>
                    <a:pt x="3411608" y="969390"/>
                  </a:lnTo>
                  <a:lnTo>
                    <a:pt x="3339030" y="971455"/>
                  </a:lnTo>
                  <a:lnTo>
                    <a:pt x="3265851" y="973213"/>
                  </a:lnTo>
                  <a:lnTo>
                    <a:pt x="3192096" y="974661"/>
                  </a:lnTo>
                  <a:lnTo>
                    <a:pt x="3117789" y="975794"/>
                  </a:lnTo>
                  <a:lnTo>
                    <a:pt x="3042953" y="976608"/>
                  </a:lnTo>
                  <a:lnTo>
                    <a:pt x="2967612" y="977100"/>
                  </a:lnTo>
                  <a:lnTo>
                    <a:pt x="2891790" y="977265"/>
                  </a:lnTo>
                  <a:lnTo>
                    <a:pt x="2815967" y="977100"/>
                  </a:lnTo>
                  <a:lnTo>
                    <a:pt x="2740626" y="976608"/>
                  </a:lnTo>
                  <a:lnTo>
                    <a:pt x="2665790" y="975794"/>
                  </a:lnTo>
                  <a:lnTo>
                    <a:pt x="2591483" y="974661"/>
                  </a:lnTo>
                  <a:lnTo>
                    <a:pt x="2517728" y="973213"/>
                  </a:lnTo>
                  <a:lnTo>
                    <a:pt x="2444549" y="971455"/>
                  </a:lnTo>
                  <a:lnTo>
                    <a:pt x="2371971" y="969390"/>
                  </a:lnTo>
                  <a:lnTo>
                    <a:pt x="2300016" y="967023"/>
                  </a:lnTo>
                  <a:lnTo>
                    <a:pt x="2228710" y="964356"/>
                  </a:lnTo>
                  <a:lnTo>
                    <a:pt x="2158074" y="961396"/>
                  </a:lnTo>
                  <a:lnTo>
                    <a:pt x="2088135" y="958144"/>
                  </a:lnTo>
                  <a:lnTo>
                    <a:pt x="2018914" y="954607"/>
                  </a:lnTo>
                  <a:lnTo>
                    <a:pt x="1950437" y="950786"/>
                  </a:lnTo>
                  <a:lnTo>
                    <a:pt x="1882726" y="946688"/>
                  </a:lnTo>
                  <a:lnTo>
                    <a:pt x="1815806" y="942314"/>
                  </a:lnTo>
                  <a:lnTo>
                    <a:pt x="1749700" y="937671"/>
                  </a:lnTo>
                  <a:lnTo>
                    <a:pt x="1684433" y="932761"/>
                  </a:lnTo>
                  <a:lnTo>
                    <a:pt x="1620027" y="927589"/>
                  </a:lnTo>
                  <a:lnTo>
                    <a:pt x="1556507" y="922158"/>
                  </a:lnTo>
                  <a:lnTo>
                    <a:pt x="1493897" y="916473"/>
                  </a:lnTo>
                  <a:lnTo>
                    <a:pt x="1432221" y="910538"/>
                  </a:lnTo>
                  <a:lnTo>
                    <a:pt x="1371502" y="904356"/>
                  </a:lnTo>
                  <a:lnTo>
                    <a:pt x="1311763" y="897933"/>
                  </a:lnTo>
                  <a:lnTo>
                    <a:pt x="1253030" y="891271"/>
                  </a:lnTo>
                  <a:lnTo>
                    <a:pt x="1195325" y="884374"/>
                  </a:lnTo>
                  <a:lnTo>
                    <a:pt x="1138673" y="877248"/>
                  </a:lnTo>
                  <a:lnTo>
                    <a:pt x="1083097" y="869896"/>
                  </a:lnTo>
                  <a:lnTo>
                    <a:pt x="1028621" y="862321"/>
                  </a:lnTo>
                  <a:lnTo>
                    <a:pt x="975269" y="854529"/>
                  </a:lnTo>
                  <a:lnTo>
                    <a:pt x="923065" y="846522"/>
                  </a:lnTo>
                  <a:lnTo>
                    <a:pt x="872032" y="838305"/>
                  </a:lnTo>
                  <a:lnTo>
                    <a:pt x="822195" y="829883"/>
                  </a:lnTo>
                  <a:lnTo>
                    <a:pt x="773576" y="821258"/>
                  </a:lnTo>
                  <a:lnTo>
                    <a:pt x="726201" y="812436"/>
                  </a:lnTo>
                  <a:lnTo>
                    <a:pt x="680092" y="803419"/>
                  </a:lnTo>
                  <a:lnTo>
                    <a:pt x="635274" y="794213"/>
                  </a:lnTo>
                  <a:lnTo>
                    <a:pt x="591770" y="784820"/>
                  </a:lnTo>
                  <a:lnTo>
                    <a:pt x="549605" y="775246"/>
                  </a:lnTo>
                  <a:lnTo>
                    <a:pt x="508801" y="765494"/>
                  </a:lnTo>
                  <a:lnTo>
                    <a:pt x="469383" y="755569"/>
                  </a:lnTo>
                  <a:lnTo>
                    <a:pt x="431375" y="745473"/>
                  </a:lnTo>
                  <a:lnTo>
                    <a:pt x="359682" y="724789"/>
                  </a:lnTo>
                  <a:lnTo>
                    <a:pt x="293914" y="703474"/>
                  </a:lnTo>
                  <a:lnTo>
                    <a:pt x="234260" y="681560"/>
                  </a:lnTo>
                  <a:lnTo>
                    <a:pt x="180910" y="659081"/>
                  </a:lnTo>
                  <a:lnTo>
                    <a:pt x="134056" y="636067"/>
                  </a:lnTo>
                  <a:lnTo>
                    <a:pt x="93888" y="612551"/>
                  </a:lnTo>
                  <a:lnTo>
                    <a:pt x="60596" y="588565"/>
                  </a:lnTo>
                  <a:lnTo>
                    <a:pt x="23968" y="551776"/>
                  </a:lnTo>
                  <a:lnTo>
                    <a:pt x="3882" y="514111"/>
                  </a:lnTo>
                  <a:lnTo>
                    <a:pt x="0" y="488569"/>
                  </a:lnTo>
                  <a:close/>
                </a:path>
              </a:pathLst>
            </a:custGeom>
            <a:ln w="19050">
              <a:solidFill>
                <a:srgbClr val="FF0000"/>
              </a:solidFill>
            </a:ln>
          </p:spPr>
          <p:txBody>
            <a:bodyPr wrap="square" lIns="0" tIns="0" rIns="0" bIns="0" rtlCol="0"/>
            <a:lstStyle/>
            <a:p>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980313" y="21796"/>
            <a:ext cx="989300" cy="325016"/>
          </a:xfrm>
          <a:prstGeom prst="rect">
            <a:avLst/>
          </a:prstGeom>
        </p:spPr>
        <p:txBody>
          <a:bodyPr vert="horz" wrap="square" lIns="0" tIns="17073" rIns="0" bIns="0" rtlCol="0">
            <a:spAutoFit/>
          </a:bodyPr>
          <a:lstStyle/>
          <a:p>
            <a:pPr marL="17972">
              <a:spcBef>
                <a:spcPts val="134"/>
              </a:spcBef>
            </a:pPr>
            <a:r>
              <a:rPr sz="2000" b="1" spc="-14" dirty="0">
                <a:latin typeface="Cambria"/>
                <a:cs typeface="Cambria"/>
              </a:rPr>
              <a:t>Before</a:t>
            </a:r>
            <a:r>
              <a:rPr b="1" spc="-14" dirty="0">
                <a:latin typeface="Cambria"/>
                <a:cs typeface="Cambria"/>
              </a:rPr>
              <a:t>:</a:t>
            </a:r>
            <a:endParaRPr dirty="0">
              <a:latin typeface="Cambria"/>
              <a:cs typeface="Cambria"/>
            </a:endParaRPr>
          </a:p>
        </p:txBody>
      </p:sp>
      <p:sp>
        <p:nvSpPr>
          <p:cNvPr id="3" name="object 3"/>
          <p:cNvSpPr txBox="1"/>
          <p:nvPr/>
        </p:nvSpPr>
        <p:spPr>
          <a:xfrm>
            <a:off x="8165299" y="5037316"/>
            <a:ext cx="788026" cy="325016"/>
          </a:xfrm>
          <a:prstGeom prst="rect">
            <a:avLst/>
          </a:prstGeom>
        </p:spPr>
        <p:txBody>
          <a:bodyPr vert="horz" wrap="square" lIns="0" tIns="17073" rIns="0" bIns="0" rtlCol="0">
            <a:spAutoFit/>
          </a:bodyPr>
          <a:lstStyle/>
          <a:p>
            <a:pPr marL="17972">
              <a:spcBef>
                <a:spcPts val="134"/>
              </a:spcBef>
            </a:pPr>
            <a:r>
              <a:rPr sz="2000" b="1" spc="-14" dirty="0">
                <a:latin typeface="Cambria"/>
                <a:cs typeface="Cambria"/>
              </a:rPr>
              <a:t>After:</a:t>
            </a:r>
            <a:endParaRPr sz="2000" dirty="0">
              <a:latin typeface="Cambria"/>
              <a:cs typeface="Cambria"/>
            </a:endParaRPr>
          </a:p>
        </p:txBody>
      </p:sp>
      <p:grpSp>
        <p:nvGrpSpPr>
          <p:cNvPr id="4" name="object 4"/>
          <p:cNvGrpSpPr/>
          <p:nvPr/>
        </p:nvGrpSpPr>
        <p:grpSpPr>
          <a:xfrm>
            <a:off x="3184531" y="5389828"/>
            <a:ext cx="10983878" cy="4899851"/>
            <a:chOff x="466725" y="5256720"/>
            <a:chExt cx="6703059" cy="3115310"/>
          </a:xfrm>
        </p:grpSpPr>
        <p:pic>
          <p:nvPicPr>
            <p:cNvPr id="5" name="object 5"/>
            <p:cNvPicPr/>
            <p:nvPr/>
          </p:nvPicPr>
          <p:blipFill>
            <a:blip r:embed="rId2" cstate="print"/>
            <a:stretch>
              <a:fillRect/>
            </a:stretch>
          </p:blipFill>
          <p:spPr>
            <a:xfrm>
              <a:off x="495300" y="5285358"/>
              <a:ext cx="6609373" cy="3058160"/>
            </a:xfrm>
            <a:prstGeom prst="rect">
              <a:avLst/>
            </a:prstGeom>
          </p:spPr>
        </p:pic>
        <p:sp>
          <p:nvSpPr>
            <p:cNvPr id="6" name="object 6"/>
            <p:cNvSpPr/>
            <p:nvPr/>
          </p:nvSpPr>
          <p:spPr>
            <a:xfrm>
              <a:off x="481012" y="5271007"/>
              <a:ext cx="6674484" cy="3086735"/>
            </a:xfrm>
            <a:custGeom>
              <a:avLst/>
              <a:gdLst/>
              <a:ahLst/>
              <a:cxnLst/>
              <a:rect l="l" t="t" r="r" b="b"/>
              <a:pathLst>
                <a:path w="6674484" h="3086734">
                  <a:moveTo>
                    <a:pt x="0" y="3086735"/>
                  </a:moveTo>
                  <a:lnTo>
                    <a:pt x="6674484" y="3086735"/>
                  </a:lnTo>
                  <a:lnTo>
                    <a:pt x="6674484" y="0"/>
                  </a:lnTo>
                  <a:lnTo>
                    <a:pt x="0" y="0"/>
                  </a:lnTo>
                  <a:lnTo>
                    <a:pt x="0" y="3086735"/>
                  </a:lnTo>
                  <a:close/>
                </a:path>
              </a:pathLst>
            </a:custGeom>
            <a:ln w="28575">
              <a:solidFill>
                <a:srgbClr val="000000"/>
              </a:solidFill>
            </a:ln>
          </p:spPr>
          <p:txBody>
            <a:bodyPr wrap="square" lIns="0" tIns="0" rIns="0" bIns="0" rtlCol="0"/>
            <a:lstStyle/>
            <a:p>
              <a:endParaRPr/>
            </a:p>
          </p:txBody>
        </p:sp>
      </p:grpSp>
      <p:grpSp>
        <p:nvGrpSpPr>
          <p:cNvPr id="7" name="object 7"/>
          <p:cNvGrpSpPr/>
          <p:nvPr/>
        </p:nvGrpSpPr>
        <p:grpSpPr>
          <a:xfrm>
            <a:off x="3199780" y="324939"/>
            <a:ext cx="10953383" cy="4749548"/>
            <a:chOff x="466725" y="1473009"/>
            <a:chExt cx="6703059" cy="2955290"/>
          </a:xfrm>
        </p:grpSpPr>
        <p:pic>
          <p:nvPicPr>
            <p:cNvPr id="8" name="object 8"/>
            <p:cNvPicPr/>
            <p:nvPr/>
          </p:nvPicPr>
          <p:blipFill>
            <a:blip r:embed="rId3" cstate="print"/>
            <a:stretch>
              <a:fillRect/>
            </a:stretch>
          </p:blipFill>
          <p:spPr>
            <a:xfrm>
              <a:off x="495300" y="1501647"/>
              <a:ext cx="6645909" cy="2844541"/>
            </a:xfrm>
            <a:prstGeom prst="rect">
              <a:avLst/>
            </a:prstGeom>
          </p:spPr>
        </p:pic>
        <p:sp>
          <p:nvSpPr>
            <p:cNvPr id="9" name="object 9"/>
            <p:cNvSpPr/>
            <p:nvPr/>
          </p:nvSpPr>
          <p:spPr>
            <a:xfrm>
              <a:off x="481012" y="1487296"/>
              <a:ext cx="6674484" cy="2926715"/>
            </a:xfrm>
            <a:custGeom>
              <a:avLst/>
              <a:gdLst/>
              <a:ahLst/>
              <a:cxnLst/>
              <a:rect l="l" t="t" r="r" b="b"/>
              <a:pathLst>
                <a:path w="6674484" h="2926715">
                  <a:moveTo>
                    <a:pt x="0" y="2926714"/>
                  </a:moveTo>
                  <a:lnTo>
                    <a:pt x="6674484" y="2926714"/>
                  </a:lnTo>
                  <a:lnTo>
                    <a:pt x="6674484" y="0"/>
                  </a:lnTo>
                  <a:lnTo>
                    <a:pt x="0" y="0"/>
                  </a:lnTo>
                  <a:lnTo>
                    <a:pt x="0" y="2926714"/>
                  </a:lnTo>
                  <a:close/>
                </a:path>
              </a:pathLst>
            </a:custGeom>
            <a:ln w="28575">
              <a:solidFill>
                <a:srgbClr val="000000"/>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4722495" y="1937892"/>
              <a:ext cx="87629" cy="90805"/>
            </a:xfrm>
            <a:prstGeom prst="rect">
              <a:avLst/>
            </a:prstGeom>
          </p:spPr>
        </p:pic>
        <p:pic>
          <p:nvPicPr>
            <p:cNvPr id="11" name="object 11"/>
            <p:cNvPicPr/>
            <p:nvPr/>
          </p:nvPicPr>
          <p:blipFill>
            <a:blip r:embed="rId4" cstate="print"/>
            <a:stretch>
              <a:fillRect/>
            </a:stretch>
          </p:blipFill>
          <p:spPr>
            <a:xfrm>
              <a:off x="4008754" y="2843402"/>
              <a:ext cx="87630" cy="90804"/>
            </a:xfrm>
            <a:prstGeom prst="rect">
              <a:avLst/>
            </a:prstGeom>
          </p:spPr>
        </p:pic>
        <p:pic>
          <p:nvPicPr>
            <p:cNvPr id="12" name="object 12"/>
            <p:cNvPicPr/>
            <p:nvPr/>
          </p:nvPicPr>
          <p:blipFill>
            <a:blip r:embed="rId5" cstate="print"/>
            <a:stretch>
              <a:fillRect/>
            </a:stretch>
          </p:blipFill>
          <p:spPr>
            <a:xfrm>
              <a:off x="3694429" y="1922017"/>
              <a:ext cx="87630" cy="90805"/>
            </a:xfrm>
            <a:prstGeom prst="rect">
              <a:avLst/>
            </a:prstGeom>
          </p:spPr>
        </p:pic>
        <p:pic>
          <p:nvPicPr>
            <p:cNvPr id="13" name="object 13"/>
            <p:cNvPicPr/>
            <p:nvPr/>
          </p:nvPicPr>
          <p:blipFill>
            <a:blip r:embed="rId4" cstate="print"/>
            <a:stretch>
              <a:fillRect/>
            </a:stretch>
          </p:blipFill>
          <p:spPr>
            <a:xfrm>
              <a:off x="3007995" y="3333622"/>
              <a:ext cx="87630" cy="90804"/>
            </a:xfrm>
            <a:prstGeom prst="rect">
              <a:avLst/>
            </a:prstGeom>
          </p:spPr>
        </p:pic>
        <p:pic>
          <p:nvPicPr>
            <p:cNvPr id="14" name="object 14"/>
            <p:cNvPicPr/>
            <p:nvPr/>
          </p:nvPicPr>
          <p:blipFill>
            <a:blip r:embed="rId5" cstate="print"/>
            <a:stretch>
              <a:fillRect/>
            </a:stretch>
          </p:blipFill>
          <p:spPr>
            <a:xfrm>
              <a:off x="4904740" y="3293617"/>
              <a:ext cx="87630" cy="90805"/>
            </a:xfrm>
            <a:prstGeom prst="rect">
              <a:avLst/>
            </a:prstGeom>
          </p:spPr>
        </p:pic>
        <p:pic>
          <p:nvPicPr>
            <p:cNvPr id="15" name="object 15"/>
            <p:cNvPicPr/>
            <p:nvPr/>
          </p:nvPicPr>
          <p:blipFill>
            <a:blip r:embed="rId4" cstate="print"/>
            <a:stretch>
              <a:fillRect/>
            </a:stretch>
          </p:blipFill>
          <p:spPr>
            <a:xfrm>
              <a:off x="4765675" y="2615437"/>
              <a:ext cx="87629" cy="90804"/>
            </a:xfrm>
            <a:prstGeom prst="rect">
              <a:avLst/>
            </a:prstGeom>
          </p:spPr>
        </p:pic>
        <p:pic>
          <p:nvPicPr>
            <p:cNvPr id="16" name="object 16"/>
            <p:cNvPicPr/>
            <p:nvPr/>
          </p:nvPicPr>
          <p:blipFill>
            <a:blip r:embed="rId4" cstate="print"/>
            <a:stretch>
              <a:fillRect/>
            </a:stretch>
          </p:blipFill>
          <p:spPr>
            <a:xfrm>
              <a:off x="5860415" y="3461257"/>
              <a:ext cx="87630" cy="90804"/>
            </a:xfrm>
            <a:prstGeom prst="rect">
              <a:avLst/>
            </a:prstGeom>
          </p:spPr>
        </p:pic>
        <p:pic>
          <p:nvPicPr>
            <p:cNvPr id="17" name="object 17"/>
            <p:cNvPicPr/>
            <p:nvPr/>
          </p:nvPicPr>
          <p:blipFill>
            <a:blip r:embed="rId4" cstate="print"/>
            <a:stretch>
              <a:fillRect/>
            </a:stretch>
          </p:blipFill>
          <p:spPr>
            <a:xfrm>
              <a:off x="5770245" y="2446527"/>
              <a:ext cx="87629" cy="90804"/>
            </a:xfrm>
            <a:prstGeom prst="rect">
              <a:avLst/>
            </a:prstGeom>
          </p:spPr>
        </p:pic>
        <p:pic>
          <p:nvPicPr>
            <p:cNvPr id="18" name="object 18"/>
            <p:cNvPicPr/>
            <p:nvPr/>
          </p:nvPicPr>
          <p:blipFill>
            <a:blip r:embed="rId4" cstate="print"/>
            <a:stretch>
              <a:fillRect/>
            </a:stretch>
          </p:blipFill>
          <p:spPr>
            <a:xfrm>
              <a:off x="5781675" y="2199512"/>
              <a:ext cx="87629" cy="90804"/>
            </a:xfrm>
            <a:prstGeom prst="rect">
              <a:avLst/>
            </a:prstGeom>
          </p:spPr>
        </p:pic>
        <p:pic>
          <p:nvPicPr>
            <p:cNvPr id="19" name="object 19"/>
            <p:cNvPicPr/>
            <p:nvPr/>
          </p:nvPicPr>
          <p:blipFill>
            <a:blip r:embed="rId4" cstate="print"/>
            <a:stretch>
              <a:fillRect/>
            </a:stretch>
          </p:blipFill>
          <p:spPr>
            <a:xfrm>
              <a:off x="6043929" y="1939797"/>
              <a:ext cx="87630" cy="90804"/>
            </a:xfrm>
            <a:prstGeom prst="rect">
              <a:avLst/>
            </a:prstGeom>
          </p:spPr>
        </p:pic>
        <p:pic>
          <p:nvPicPr>
            <p:cNvPr id="20" name="object 20"/>
            <p:cNvPicPr/>
            <p:nvPr/>
          </p:nvPicPr>
          <p:blipFill>
            <a:blip r:embed="rId5" cstate="print"/>
            <a:stretch>
              <a:fillRect/>
            </a:stretch>
          </p:blipFill>
          <p:spPr>
            <a:xfrm>
              <a:off x="2199004" y="1922017"/>
              <a:ext cx="87630" cy="90805"/>
            </a:xfrm>
            <a:prstGeom prst="rect">
              <a:avLst/>
            </a:prstGeom>
          </p:spPr>
        </p:pic>
        <p:pic>
          <p:nvPicPr>
            <p:cNvPr id="21" name="object 21"/>
            <p:cNvPicPr/>
            <p:nvPr/>
          </p:nvPicPr>
          <p:blipFill>
            <a:blip r:embed="rId4" cstate="print"/>
            <a:stretch>
              <a:fillRect/>
            </a:stretch>
          </p:blipFill>
          <p:spPr>
            <a:xfrm>
              <a:off x="2922270" y="2071877"/>
              <a:ext cx="87630" cy="90804"/>
            </a:xfrm>
            <a:prstGeom prst="rect">
              <a:avLst/>
            </a:prstGeom>
          </p:spPr>
        </p:pic>
        <p:pic>
          <p:nvPicPr>
            <p:cNvPr id="22" name="object 22"/>
            <p:cNvPicPr/>
            <p:nvPr/>
          </p:nvPicPr>
          <p:blipFill>
            <a:blip r:embed="rId4" cstate="print"/>
            <a:stretch>
              <a:fillRect/>
            </a:stretch>
          </p:blipFill>
          <p:spPr>
            <a:xfrm>
              <a:off x="2967354" y="2537332"/>
              <a:ext cx="87630" cy="90804"/>
            </a:xfrm>
            <a:prstGeom prst="rect">
              <a:avLst/>
            </a:prstGeom>
          </p:spPr>
        </p:pic>
        <p:pic>
          <p:nvPicPr>
            <p:cNvPr id="23" name="object 23"/>
            <p:cNvPicPr/>
            <p:nvPr/>
          </p:nvPicPr>
          <p:blipFill>
            <a:blip r:embed="rId6" cstate="print"/>
            <a:stretch>
              <a:fillRect/>
            </a:stretch>
          </p:blipFill>
          <p:spPr>
            <a:xfrm>
              <a:off x="3893184" y="3195827"/>
              <a:ext cx="87629" cy="90804"/>
            </a:xfrm>
            <a:prstGeom prst="rect">
              <a:avLst/>
            </a:prstGeom>
          </p:spPr>
        </p:pic>
        <p:pic>
          <p:nvPicPr>
            <p:cNvPr id="24" name="object 24"/>
            <p:cNvPicPr/>
            <p:nvPr/>
          </p:nvPicPr>
          <p:blipFill>
            <a:blip r:embed="rId4" cstate="print"/>
            <a:stretch>
              <a:fillRect/>
            </a:stretch>
          </p:blipFill>
          <p:spPr>
            <a:xfrm>
              <a:off x="2919095" y="1932812"/>
              <a:ext cx="87630" cy="90804"/>
            </a:xfrm>
            <a:prstGeom prst="rect">
              <a:avLst/>
            </a:prstGeom>
          </p:spPr>
        </p:pic>
        <p:pic>
          <p:nvPicPr>
            <p:cNvPr id="25" name="object 25"/>
            <p:cNvPicPr/>
            <p:nvPr/>
          </p:nvPicPr>
          <p:blipFill>
            <a:blip r:embed="rId4" cstate="print"/>
            <a:stretch>
              <a:fillRect/>
            </a:stretch>
          </p:blipFill>
          <p:spPr>
            <a:xfrm>
              <a:off x="1851025" y="3091052"/>
              <a:ext cx="87630" cy="90804"/>
            </a:xfrm>
            <a:prstGeom prst="rect">
              <a:avLst/>
            </a:prstGeom>
          </p:spPr>
        </p:pic>
        <p:pic>
          <p:nvPicPr>
            <p:cNvPr id="26" name="object 26"/>
            <p:cNvPicPr/>
            <p:nvPr/>
          </p:nvPicPr>
          <p:blipFill>
            <a:blip r:embed="rId4" cstate="print"/>
            <a:stretch>
              <a:fillRect/>
            </a:stretch>
          </p:blipFill>
          <p:spPr>
            <a:xfrm>
              <a:off x="2038350" y="2614802"/>
              <a:ext cx="87630" cy="90804"/>
            </a:xfrm>
            <a:prstGeom prst="rect">
              <a:avLst/>
            </a:prstGeom>
          </p:spPr>
        </p:pic>
        <p:pic>
          <p:nvPicPr>
            <p:cNvPr id="27" name="object 27"/>
            <p:cNvPicPr/>
            <p:nvPr/>
          </p:nvPicPr>
          <p:blipFill>
            <a:blip r:embed="rId6" cstate="print"/>
            <a:stretch>
              <a:fillRect/>
            </a:stretch>
          </p:blipFill>
          <p:spPr>
            <a:xfrm>
              <a:off x="1891664" y="3780662"/>
              <a:ext cx="87630" cy="90804"/>
            </a:xfrm>
            <a:prstGeom prst="rect">
              <a:avLst/>
            </a:prstGeom>
          </p:spPr>
        </p:pic>
      </p:grpSp>
      <p:sp>
        <p:nvSpPr>
          <p:cNvPr id="29" name="object 3">
            <a:extLst>
              <a:ext uri="{FF2B5EF4-FFF2-40B4-BE49-F238E27FC236}">
                <a16:creationId xmlns:a16="http://schemas.microsoft.com/office/drawing/2014/main" id="{057787C5-6552-D24B-93EC-C4571836693E}"/>
              </a:ext>
            </a:extLst>
          </p:cNvPr>
          <p:cNvSpPr txBox="1"/>
          <p:nvPr/>
        </p:nvSpPr>
        <p:spPr>
          <a:xfrm>
            <a:off x="151324" y="103403"/>
            <a:ext cx="2892638" cy="738664"/>
          </a:xfrm>
          <a:prstGeom prst="rect">
            <a:avLst/>
          </a:prstGeom>
        </p:spPr>
        <p:txBody>
          <a:bodyPr vert="horz" wrap="square" lIns="0" tIns="0" rIns="0" bIns="0" rtlCol="0">
            <a:spAutoFit/>
          </a:bodyPr>
          <a:lstStyle/>
          <a:p>
            <a:pPr rtl="0">
              <a:spcBef>
                <a:spcPts val="28"/>
              </a:spcBef>
            </a:pPr>
            <a:r>
              <a:rPr lang="en-US" sz="2400" b="1" spc="-14" dirty="0">
                <a:latin typeface="Cambria"/>
                <a:cs typeface="Cambria"/>
              </a:rPr>
              <a:t>6)</a:t>
            </a:r>
            <a:r>
              <a:rPr lang="en-US" sz="2400" b="1" spc="-219" dirty="0">
                <a:latin typeface="Cambria"/>
                <a:cs typeface="Cambria"/>
              </a:rPr>
              <a:t> </a:t>
            </a:r>
            <a:r>
              <a:rPr lang="en-US" sz="2000" b="1" dirty="0">
                <a:latin typeface="Cambria"/>
                <a:cs typeface="Cambria"/>
              </a:rPr>
              <a:t>Law</a:t>
            </a:r>
            <a:r>
              <a:rPr lang="en-US" sz="2000" b="1" spc="-43" dirty="0">
                <a:latin typeface="Cambria"/>
                <a:cs typeface="Cambria"/>
              </a:rPr>
              <a:t> </a:t>
            </a:r>
            <a:r>
              <a:rPr lang="en-US" sz="2000" b="1" dirty="0">
                <a:latin typeface="Cambria"/>
                <a:cs typeface="Cambria"/>
              </a:rPr>
              <a:t>of</a:t>
            </a:r>
            <a:r>
              <a:rPr lang="en-US" sz="2000" b="1" spc="-21" dirty="0">
                <a:latin typeface="Cambria"/>
                <a:cs typeface="Cambria"/>
              </a:rPr>
              <a:t> </a:t>
            </a:r>
            <a:r>
              <a:rPr lang="en-US" sz="2000" b="1" spc="-14" dirty="0">
                <a:latin typeface="Cambria"/>
                <a:cs typeface="Cambria"/>
              </a:rPr>
              <a:t>Common</a:t>
            </a:r>
            <a:r>
              <a:rPr lang="en-US" sz="2000" b="1" spc="-35" dirty="0">
                <a:latin typeface="Cambria"/>
                <a:cs typeface="Cambria"/>
              </a:rPr>
              <a:t> </a:t>
            </a:r>
            <a:r>
              <a:rPr lang="en-US" sz="2000" b="1" spc="-28" dirty="0">
                <a:latin typeface="Cambria"/>
                <a:cs typeface="Cambria"/>
              </a:rPr>
              <a:t>Fate</a:t>
            </a:r>
            <a:endParaRPr lang="en-US" sz="2000" dirty="0">
              <a:latin typeface="Cambria"/>
              <a:cs typeface="Cambria"/>
            </a:endParaRPr>
          </a:p>
          <a:p>
            <a:pPr>
              <a:spcBef>
                <a:spcPts val="28"/>
              </a:spcBef>
            </a:pPr>
            <a:endParaRPr lang="en-US" sz="2400" i="0" dirty="0">
              <a:solidFill>
                <a:srgbClr val="0D0D0D"/>
              </a:solidFill>
              <a:highlight>
                <a:srgbClr val="FFFFFF"/>
              </a:highlight>
              <a:latin typeface="ui-sans-serif"/>
            </a:endParaRPr>
          </a:p>
        </p:txBody>
      </p:sp>
      <p:sp>
        <p:nvSpPr>
          <p:cNvPr id="31" name="مربع نص 30">
            <a:extLst>
              <a:ext uri="{FF2B5EF4-FFF2-40B4-BE49-F238E27FC236}">
                <a16:creationId xmlns:a16="http://schemas.microsoft.com/office/drawing/2014/main" id="{244DDA02-1EC5-B4E3-F85D-DCA3A6AF409A}"/>
              </a:ext>
            </a:extLst>
          </p:cNvPr>
          <p:cNvSpPr txBox="1"/>
          <p:nvPr/>
        </p:nvSpPr>
        <p:spPr>
          <a:xfrm>
            <a:off x="112342" y="718731"/>
            <a:ext cx="2860192" cy="7478970"/>
          </a:xfrm>
          <a:prstGeom prst="rect">
            <a:avLst/>
          </a:prstGeom>
          <a:noFill/>
        </p:spPr>
        <p:txBody>
          <a:bodyPr wrap="square">
            <a:spAutoFit/>
          </a:bodyPr>
          <a:lstStyle/>
          <a:p>
            <a:r>
              <a:rPr lang="en-US" sz="2000" dirty="0"/>
              <a:t>Previously, pressing the arrows had no effect and they pointed to the right, with menus below titles, complicating navigation. The redesign applies the Law of Common Fate by ensuring interactive elements, like arrows, trigger expected actions and align with user interactions. By expanding submenus to the side instead of below the title, the design creates a consistent motion and visual flow, making it easier for users to follow the hierarchy and perceive related items as a cohesive group. This improves navigation, usability, and overall user experience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531" y="237752"/>
            <a:ext cx="4183968" cy="8844794"/>
          </a:xfrm>
          <a:prstGeom prst="rect">
            <a:avLst/>
          </a:prstGeom>
        </p:spPr>
        <p:txBody>
          <a:bodyPr vert="horz" wrap="square" lIns="0" tIns="0" rIns="0" bIns="0" rtlCol="0">
            <a:spAutoFit/>
          </a:bodyPr>
          <a:lstStyle/>
          <a:p>
            <a:pPr marL="664955">
              <a:lnSpc>
                <a:spcPts val="2582"/>
              </a:lnSpc>
            </a:pPr>
            <a:r>
              <a:rPr sz="2264" b="1" spc="-14" dirty="0">
                <a:latin typeface="Cambria"/>
                <a:cs typeface="Cambria"/>
              </a:rPr>
              <a:t>7)</a:t>
            </a:r>
            <a:r>
              <a:rPr sz="2264" b="1" spc="-219" dirty="0">
                <a:latin typeface="Cambria"/>
                <a:cs typeface="Cambria"/>
              </a:rPr>
              <a:t> </a:t>
            </a:r>
            <a:r>
              <a:rPr sz="1982" b="1" dirty="0">
                <a:latin typeface="Cambria"/>
                <a:cs typeface="Cambria"/>
              </a:rPr>
              <a:t>Law</a:t>
            </a:r>
            <a:r>
              <a:rPr sz="1982" b="1" spc="-43" dirty="0">
                <a:latin typeface="Cambria"/>
                <a:cs typeface="Cambria"/>
              </a:rPr>
              <a:t> </a:t>
            </a:r>
            <a:r>
              <a:rPr sz="1982" b="1" dirty="0">
                <a:latin typeface="Cambria"/>
                <a:cs typeface="Cambria"/>
              </a:rPr>
              <a:t>of</a:t>
            </a:r>
            <a:r>
              <a:rPr sz="1982" b="1" spc="-43" dirty="0">
                <a:latin typeface="Cambria"/>
                <a:cs typeface="Cambria"/>
              </a:rPr>
              <a:t> </a:t>
            </a:r>
            <a:r>
              <a:rPr sz="1982" b="1" dirty="0">
                <a:latin typeface="Cambria"/>
                <a:cs typeface="Cambria"/>
              </a:rPr>
              <a:t>Figure</a:t>
            </a:r>
            <a:r>
              <a:rPr sz="1982" b="1" spc="-35" dirty="0">
                <a:latin typeface="Cambria"/>
                <a:cs typeface="Cambria"/>
              </a:rPr>
              <a:t> </a:t>
            </a:r>
            <a:r>
              <a:rPr sz="1982" b="1" dirty="0">
                <a:latin typeface="Cambria"/>
                <a:cs typeface="Cambria"/>
              </a:rPr>
              <a:t>and</a:t>
            </a:r>
            <a:r>
              <a:rPr sz="1982" b="1" spc="-28" dirty="0">
                <a:latin typeface="Cambria"/>
                <a:cs typeface="Cambria"/>
              </a:rPr>
              <a:t> </a:t>
            </a:r>
            <a:r>
              <a:rPr sz="1982" b="1" spc="-14" dirty="0">
                <a:latin typeface="Cambria"/>
                <a:cs typeface="Cambria"/>
              </a:rPr>
              <a:t>Ground</a:t>
            </a:r>
            <a:endParaRPr sz="1982" dirty="0">
              <a:latin typeface="Cambria"/>
              <a:cs typeface="Cambria"/>
            </a:endParaRPr>
          </a:p>
          <a:p>
            <a:pPr marL="664955" marR="7189" indent="-324391">
              <a:lnSpc>
                <a:spcPct val="112500"/>
              </a:lnSpc>
              <a:spcBef>
                <a:spcPts val="2009"/>
              </a:spcBef>
              <a:buFont typeface="Symbol"/>
              <a:buChar char=""/>
              <a:tabLst>
                <a:tab pos="664955" algn="l"/>
              </a:tabLst>
            </a:pPr>
            <a:r>
              <a:rPr sz="1982" dirty="0">
                <a:latin typeface="Cambria"/>
                <a:cs typeface="Cambria"/>
              </a:rPr>
              <a:t>having</a:t>
            </a:r>
            <a:r>
              <a:rPr sz="1982" spc="-35" dirty="0">
                <a:latin typeface="Cambria"/>
                <a:cs typeface="Cambria"/>
              </a:rPr>
              <a:t> </a:t>
            </a:r>
            <a:r>
              <a:rPr sz="1982" dirty="0">
                <a:latin typeface="Cambria"/>
                <a:cs typeface="Cambria"/>
              </a:rPr>
              <a:t>gray</a:t>
            </a:r>
            <a:r>
              <a:rPr sz="1982" spc="-50" dirty="0">
                <a:latin typeface="Cambria"/>
                <a:cs typeface="Cambria"/>
              </a:rPr>
              <a:t> </a:t>
            </a:r>
            <a:r>
              <a:rPr sz="1982" dirty="0">
                <a:latin typeface="Cambria"/>
                <a:cs typeface="Cambria"/>
              </a:rPr>
              <a:t>menu</a:t>
            </a:r>
            <a:r>
              <a:rPr sz="1982" spc="-43" dirty="0">
                <a:latin typeface="Cambria"/>
                <a:cs typeface="Cambria"/>
              </a:rPr>
              <a:t> </a:t>
            </a:r>
            <a:r>
              <a:rPr sz="1982" dirty="0">
                <a:latin typeface="Cambria"/>
                <a:cs typeface="Cambria"/>
              </a:rPr>
              <a:t>titles</a:t>
            </a:r>
            <a:r>
              <a:rPr sz="1982" spc="-28" dirty="0">
                <a:latin typeface="Cambria"/>
                <a:cs typeface="Cambria"/>
              </a:rPr>
              <a:t> </a:t>
            </a:r>
            <a:r>
              <a:rPr sz="1982" dirty="0">
                <a:latin typeface="Cambria"/>
                <a:cs typeface="Cambria"/>
              </a:rPr>
              <a:t>on</a:t>
            </a:r>
            <a:r>
              <a:rPr sz="1982" spc="-28" dirty="0">
                <a:latin typeface="Cambria"/>
                <a:cs typeface="Cambria"/>
              </a:rPr>
              <a:t> </a:t>
            </a:r>
            <a:r>
              <a:rPr sz="1982" dirty="0">
                <a:latin typeface="Cambria"/>
                <a:cs typeface="Cambria"/>
              </a:rPr>
              <a:t>a</a:t>
            </a:r>
            <a:r>
              <a:rPr sz="1982" spc="-56" dirty="0">
                <a:latin typeface="Cambria"/>
                <a:cs typeface="Cambria"/>
              </a:rPr>
              <a:t> </a:t>
            </a:r>
            <a:r>
              <a:rPr sz="1982" dirty="0">
                <a:latin typeface="Cambria"/>
                <a:cs typeface="Cambria"/>
              </a:rPr>
              <a:t>black</a:t>
            </a:r>
            <a:r>
              <a:rPr sz="1982" spc="-28" dirty="0">
                <a:latin typeface="Cambria"/>
                <a:cs typeface="Cambria"/>
              </a:rPr>
              <a:t> </a:t>
            </a:r>
            <a:r>
              <a:rPr sz="1982" dirty="0">
                <a:latin typeface="Cambria"/>
                <a:cs typeface="Cambria"/>
              </a:rPr>
              <a:t>background</a:t>
            </a:r>
            <a:r>
              <a:rPr sz="1982" spc="-28" dirty="0">
                <a:latin typeface="Cambria"/>
                <a:cs typeface="Cambria"/>
              </a:rPr>
              <a:t> </a:t>
            </a:r>
            <a:r>
              <a:rPr sz="1982" dirty="0">
                <a:latin typeface="Cambria"/>
                <a:cs typeface="Cambria"/>
              </a:rPr>
              <a:t>that</a:t>
            </a:r>
            <a:r>
              <a:rPr sz="1982" spc="-35" dirty="0">
                <a:latin typeface="Cambria"/>
                <a:cs typeface="Cambria"/>
              </a:rPr>
              <a:t> </a:t>
            </a:r>
            <a:r>
              <a:rPr sz="1982" dirty="0">
                <a:latin typeface="Cambria"/>
                <a:cs typeface="Cambria"/>
              </a:rPr>
              <a:t>makes</a:t>
            </a:r>
            <a:r>
              <a:rPr sz="1982" spc="-35" dirty="0">
                <a:latin typeface="Cambria"/>
                <a:cs typeface="Cambria"/>
              </a:rPr>
              <a:t> </a:t>
            </a:r>
            <a:r>
              <a:rPr sz="1982" dirty="0">
                <a:latin typeface="Cambria"/>
                <a:cs typeface="Cambria"/>
              </a:rPr>
              <a:t>the</a:t>
            </a:r>
            <a:r>
              <a:rPr sz="1982" spc="-35" dirty="0">
                <a:latin typeface="Cambria"/>
                <a:cs typeface="Cambria"/>
              </a:rPr>
              <a:t> </a:t>
            </a:r>
            <a:r>
              <a:rPr sz="1982" dirty="0">
                <a:latin typeface="Cambria"/>
                <a:cs typeface="Cambria"/>
              </a:rPr>
              <a:t>text</a:t>
            </a:r>
            <a:r>
              <a:rPr sz="1982" spc="-35" dirty="0">
                <a:latin typeface="Cambria"/>
                <a:cs typeface="Cambria"/>
              </a:rPr>
              <a:t> </a:t>
            </a:r>
            <a:r>
              <a:rPr sz="1982" dirty="0">
                <a:latin typeface="Cambria"/>
                <a:cs typeface="Cambria"/>
              </a:rPr>
              <a:t>unclear</a:t>
            </a:r>
            <a:r>
              <a:rPr sz="1982" spc="-35" dirty="0">
                <a:latin typeface="Cambria"/>
                <a:cs typeface="Cambria"/>
              </a:rPr>
              <a:t> </a:t>
            </a:r>
            <a:r>
              <a:rPr sz="1982" spc="-28" dirty="0">
                <a:latin typeface="Cambria"/>
                <a:cs typeface="Cambria"/>
              </a:rPr>
              <a:t>does </a:t>
            </a:r>
            <a:r>
              <a:rPr sz="1982" dirty="0">
                <a:latin typeface="Cambria"/>
                <a:cs typeface="Cambria"/>
              </a:rPr>
              <a:t>violate</a:t>
            </a:r>
            <a:r>
              <a:rPr sz="1982" spc="-43" dirty="0">
                <a:latin typeface="Cambria"/>
                <a:cs typeface="Cambria"/>
              </a:rPr>
              <a:t> </a:t>
            </a:r>
            <a:r>
              <a:rPr sz="1982" dirty="0">
                <a:latin typeface="Cambria"/>
                <a:cs typeface="Cambria"/>
              </a:rPr>
              <a:t>the</a:t>
            </a:r>
            <a:r>
              <a:rPr sz="1982" spc="-43" dirty="0">
                <a:latin typeface="Cambria"/>
                <a:cs typeface="Cambria"/>
              </a:rPr>
              <a:t> </a:t>
            </a:r>
            <a:r>
              <a:rPr sz="1982" dirty="0">
                <a:latin typeface="Cambria"/>
                <a:cs typeface="Cambria"/>
              </a:rPr>
              <a:t>Law</a:t>
            </a:r>
            <a:r>
              <a:rPr sz="1982" spc="-21" dirty="0">
                <a:latin typeface="Cambria"/>
                <a:cs typeface="Cambria"/>
              </a:rPr>
              <a:t> </a:t>
            </a:r>
            <a:r>
              <a:rPr sz="1982" dirty="0">
                <a:latin typeface="Cambria"/>
                <a:cs typeface="Cambria"/>
              </a:rPr>
              <a:t>of</a:t>
            </a:r>
            <a:r>
              <a:rPr sz="1982" spc="-28" dirty="0">
                <a:latin typeface="Cambria"/>
                <a:cs typeface="Cambria"/>
              </a:rPr>
              <a:t> </a:t>
            </a:r>
            <a:r>
              <a:rPr sz="1982" dirty="0">
                <a:latin typeface="Cambria"/>
                <a:cs typeface="Cambria"/>
              </a:rPr>
              <a:t>Figure</a:t>
            </a:r>
            <a:r>
              <a:rPr sz="1982" spc="-21" dirty="0">
                <a:latin typeface="Cambria"/>
                <a:cs typeface="Cambria"/>
              </a:rPr>
              <a:t> </a:t>
            </a:r>
            <a:r>
              <a:rPr sz="1982" dirty="0">
                <a:latin typeface="Cambria"/>
                <a:cs typeface="Cambria"/>
              </a:rPr>
              <a:t>and</a:t>
            </a:r>
            <a:r>
              <a:rPr sz="1982" spc="-43" dirty="0">
                <a:latin typeface="Cambria"/>
                <a:cs typeface="Cambria"/>
              </a:rPr>
              <a:t> </a:t>
            </a:r>
            <a:r>
              <a:rPr sz="1982" dirty="0">
                <a:latin typeface="Cambria"/>
                <a:cs typeface="Cambria"/>
              </a:rPr>
              <a:t>Ground.</a:t>
            </a:r>
            <a:r>
              <a:rPr sz="1982" spc="-43" dirty="0">
                <a:latin typeface="Cambria"/>
                <a:cs typeface="Cambria"/>
              </a:rPr>
              <a:t> </a:t>
            </a:r>
            <a:r>
              <a:rPr sz="1982" dirty="0">
                <a:latin typeface="Cambria"/>
                <a:cs typeface="Cambria"/>
              </a:rPr>
              <a:t>According</a:t>
            </a:r>
            <a:r>
              <a:rPr sz="1982" spc="-50" dirty="0">
                <a:latin typeface="Cambria"/>
                <a:cs typeface="Cambria"/>
              </a:rPr>
              <a:t> </a:t>
            </a:r>
            <a:r>
              <a:rPr sz="1982" dirty="0">
                <a:latin typeface="Cambria"/>
                <a:cs typeface="Cambria"/>
              </a:rPr>
              <a:t>to</a:t>
            </a:r>
            <a:r>
              <a:rPr sz="1982" spc="-43" dirty="0">
                <a:latin typeface="Cambria"/>
                <a:cs typeface="Cambria"/>
              </a:rPr>
              <a:t> </a:t>
            </a:r>
            <a:r>
              <a:rPr sz="1982" dirty="0">
                <a:latin typeface="Cambria"/>
                <a:cs typeface="Cambria"/>
              </a:rPr>
              <a:t>this</a:t>
            </a:r>
            <a:r>
              <a:rPr sz="1982" spc="-43" dirty="0">
                <a:latin typeface="Cambria"/>
                <a:cs typeface="Cambria"/>
              </a:rPr>
              <a:t> </a:t>
            </a:r>
            <a:r>
              <a:rPr sz="1982" dirty="0">
                <a:latin typeface="Cambria"/>
                <a:cs typeface="Cambria"/>
              </a:rPr>
              <a:t>principle,</a:t>
            </a:r>
            <a:r>
              <a:rPr sz="1982" spc="-35" dirty="0">
                <a:latin typeface="Cambria"/>
                <a:cs typeface="Cambria"/>
              </a:rPr>
              <a:t> </a:t>
            </a:r>
            <a:r>
              <a:rPr sz="1982" dirty="0">
                <a:latin typeface="Cambria"/>
                <a:cs typeface="Cambria"/>
              </a:rPr>
              <a:t>the</a:t>
            </a:r>
            <a:r>
              <a:rPr sz="1982" spc="-21" dirty="0">
                <a:latin typeface="Cambria"/>
                <a:cs typeface="Cambria"/>
              </a:rPr>
              <a:t> </a:t>
            </a:r>
            <a:r>
              <a:rPr sz="1982" dirty="0">
                <a:latin typeface="Cambria"/>
                <a:cs typeface="Cambria"/>
              </a:rPr>
              <a:t>figure</a:t>
            </a:r>
            <a:r>
              <a:rPr sz="1982" spc="-43" dirty="0">
                <a:latin typeface="Cambria"/>
                <a:cs typeface="Cambria"/>
              </a:rPr>
              <a:t> </a:t>
            </a:r>
            <a:r>
              <a:rPr sz="1982" spc="-35" dirty="0">
                <a:latin typeface="Cambria"/>
                <a:cs typeface="Cambria"/>
              </a:rPr>
              <a:t>(in </a:t>
            </a:r>
            <a:r>
              <a:rPr sz="1982" dirty="0">
                <a:latin typeface="Cambria"/>
                <a:cs typeface="Cambria"/>
              </a:rPr>
              <a:t>this</a:t>
            </a:r>
            <a:r>
              <a:rPr sz="1982" spc="-35" dirty="0">
                <a:latin typeface="Cambria"/>
                <a:cs typeface="Cambria"/>
              </a:rPr>
              <a:t> </a:t>
            </a:r>
            <a:r>
              <a:rPr sz="1982" dirty="0">
                <a:latin typeface="Cambria"/>
                <a:cs typeface="Cambria"/>
              </a:rPr>
              <a:t>case,</a:t>
            </a:r>
            <a:r>
              <a:rPr sz="1982" spc="-35" dirty="0">
                <a:latin typeface="Cambria"/>
                <a:cs typeface="Cambria"/>
              </a:rPr>
              <a:t> </a:t>
            </a:r>
            <a:r>
              <a:rPr sz="1982" dirty="0">
                <a:latin typeface="Cambria"/>
                <a:cs typeface="Cambria"/>
              </a:rPr>
              <a:t>the</a:t>
            </a:r>
            <a:r>
              <a:rPr sz="1982" spc="-35" dirty="0">
                <a:latin typeface="Cambria"/>
                <a:cs typeface="Cambria"/>
              </a:rPr>
              <a:t> </a:t>
            </a:r>
            <a:r>
              <a:rPr sz="1982" dirty="0">
                <a:latin typeface="Cambria"/>
                <a:cs typeface="Cambria"/>
              </a:rPr>
              <a:t>menu</a:t>
            </a:r>
            <a:r>
              <a:rPr sz="1982" spc="-43" dirty="0">
                <a:latin typeface="Cambria"/>
                <a:cs typeface="Cambria"/>
              </a:rPr>
              <a:t> </a:t>
            </a:r>
            <a:r>
              <a:rPr sz="1982" dirty="0">
                <a:latin typeface="Cambria"/>
                <a:cs typeface="Cambria"/>
              </a:rPr>
              <a:t>titles)</a:t>
            </a:r>
            <a:r>
              <a:rPr sz="1982" spc="-21" dirty="0">
                <a:latin typeface="Cambria"/>
                <a:cs typeface="Cambria"/>
              </a:rPr>
              <a:t> </a:t>
            </a:r>
            <a:r>
              <a:rPr sz="1982" dirty="0">
                <a:latin typeface="Cambria"/>
                <a:cs typeface="Cambria"/>
              </a:rPr>
              <a:t>should</a:t>
            </a:r>
            <a:r>
              <a:rPr sz="1982" spc="-35" dirty="0">
                <a:latin typeface="Cambria"/>
                <a:cs typeface="Cambria"/>
              </a:rPr>
              <a:t> </a:t>
            </a:r>
            <a:r>
              <a:rPr sz="1982" dirty="0">
                <a:latin typeface="Cambria"/>
                <a:cs typeface="Cambria"/>
              </a:rPr>
              <a:t>be</a:t>
            </a:r>
            <a:r>
              <a:rPr sz="1982" spc="-50" dirty="0">
                <a:latin typeface="Cambria"/>
                <a:cs typeface="Cambria"/>
              </a:rPr>
              <a:t> </a:t>
            </a:r>
            <a:r>
              <a:rPr sz="1982" dirty="0">
                <a:latin typeface="Cambria"/>
                <a:cs typeface="Cambria"/>
              </a:rPr>
              <a:t>distinct</a:t>
            </a:r>
            <a:r>
              <a:rPr sz="1982" spc="-28" dirty="0">
                <a:latin typeface="Cambria"/>
                <a:cs typeface="Cambria"/>
              </a:rPr>
              <a:t> </a:t>
            </a:r>
            <a:r>
              <a:rPr sz="1982" dirty="0">
                <a:latin typeface="Cambria"/>
                <a:cs typeface="Cambria"/>
              </a:rPr>
              <a:t>and</a:t>
            </a:r>
            <a:r>
              <a:rPr sz="1982" spc="-50" dirty="0">
                <a:latin typeface="Cambria"/>
                <a:cs typeface="Cambria"/>
              </a:rPr>
              <a:t> </a:t>
            </a:r>
            <a:r>
              <a:rPr sz="1982" dirty="0">
                <a:latin typeface="Cambria"/>
                <a:cs typeface="Cambria"/>
              </a:rPr>
              <a:t>easily</a:t>
            </a:r>
            <a:r>
              <a:rPr sz="1982" spc="-28" dirty="0">
                <a:latin typeface="Cambria"/>
                <a:cs typeface="Cambria"/>
              </a:rPr>
              <a:t> </a:t>
            </a:r>
            <a:r>
              <a:rPr sz="1982" dirty="0">
                <a:latin typeface="Cambria"/>
                <a:cs typeface="Cambria"/>
              </a:rPr>
              <a:t>separable</a:t>
            </a:r>
            <a:r>
              <a:rPr sz="1982" spc="-35" dirty="0">
                <a:latin typeface="Cambria"/>
                <a:cs typeface="Cambria"/>
              </a:rPr>
              <a:t> </a:t>
            </a:r>
            <a:r>
              <a:rPr sz="1982" dirty="0">
                <a:latin typeface="Cambria"/>
                <a:cs typeface="Cambria"/>
              </a:rPr>
              <a:t>from</a:t>
            </a:r>
            <a:r>
              <a:rPr sz="1982" spc="-50" dirty="0">
                <a:latin typeface="Cambria"/>
                <a:cs typeface="Cambria"/>
              </a:rPr>
              <a:t> </a:t>
            </a:r>
            <a:r>
              <a:rPr sz="1982" dirty="0">
                <a:latin typeface="Cambria"/>
                <a:cs typeface="Cambria"/>
              </a:rPr>
              <a:t>the</a:t>
            </a:r>
            <a:r>
              <a:rPr sz="1982" spc="-28" dirty="0">
                <a:latin typeface="Cambria"/>
                <a:cs typeface="Cambria"/>
              </a:rPr>
              <a:t> </a:t>
            </a:r>
            <a:r>
              <a:rPr sz="1982" spc="-14" dirty="0">
                <a:latin typeface="Cambria"/>
                <a:cs typeface="Cambria"/>
              </a:rPr>
              <a:t>ground </a:t>
            </a:r>
            <a:r>
              <a:rPr sz="1982" dirty="0">
                <a:latin typeface="Cambria"/>
                <a:cs typeface="Cambria"/>
              </a:rPr>
              <a:t>(the</a:t>
            </a:r>
            <a:r>
              <a:rPr sz="1982" spc="-21" dirty="0">
                <a:latin typeface="Cambria"/>
                <a:cs typeface="Cambria"/>
              </a:rPr>
              <a:t> </a:t>
            </a:r>
            <a:r>
              <a:rPr sz="1982" dirty="0">
                <a:latin typeface="Cambria"/>
                <a:cs typeface="Cambria"/>
              </a:rPr>
              <a:t>black</a:t>
            </a:r>
            <a:r>
              <a:rPr sz="1982" spc="-21" dirty="0">
                <a:latin typeface="Cambria"/>
                <a:cs typeface="Cambria"/>
              </a:rPr>
              <a:t> </a:t>
            </a:r>
            <a:r>
              <a:rPr sz="1982" dirty="0">
                <a:latin typeface="Cambria"/>
                <a:cs typeface="Cambria"/>
              </a:rPr>
              <a:t>background).</a:t>
            </a:r>
            <a:r>
              <a:rPr sz="1982" spc="-14" dirty="0">
                <a:latin typeface="Cambria"/>
                <a:cs typeface="Cambria"/>
              </a:rPr>
              <a:t> </a:t>
            </a:r>
            <a:r>
              <a:rPr sz="1982" dirty="0">
                <a:latin typeface="Cambria"/>
                <a:cs typeface="Cambria"/>
              </a:rPr>
              <a:t>If</a:t>
            </a:r>
            <a:r>
              <a:rPr sz="1982" spc="-43" dirty="0">
                <a:latin typeface="Cambria"/>
                <a:cs typeface="Cambria"/>
              </a:rPr>
              <a:t> </a:t>
            </a:r>
            <a:r>
              <a:rPr sz="1982" dirty="0">
                <a:latin typeface="Cambria"/>
                <a:cs typeface="Cambria"/>
              </a:rPr>
              <a:t>the</a:t>
            </a:r>
            <a:r>
              <a:rPr sz="1982" spc="-35" dirty="0">
                <a:latin typeface="Cambria"/>
                <a:cs typeface="Cambria"/>
              </a:rPr>
              <a:t> </a:t>
            </a:r>
            <a:r>
              <a:rPr sz="1982" dirty="0">
                <a:latin typeface="Cambria"/>
                <a:cs typeface="Cambria"/>
              </a:rPr>
              <a:t>text</a:t>
            </a:r>
            <a:r>
              <a:rPr sz="1982" spc="-35" dirty="0">
                <a:latin typeface="Cambria"/>
                <a:cs typeface="Cambria"/>
              </a:rPr>
              <a:t> </a:t>
            </a:r>
            <a:r>
              <a:rPr sz="1982" dirty="0">
                <a:latin typeface="Cambria"/>
                <a:cs typeface="Cambria"/>
              </a:rPr>
              <a:t>is</a:t>
            </a:r>
            <a:r>
              <a:rPr sz="1982" spc="-35" dirty="0">
                <a:latin typeface="Cambria"/>
                <a:cs typeface="Cambria"/>
              </a:rPr>
              <a:t> </a:t>
            </a:r>
            <a:r>
              <a:rPr sz="1982" dirty="0">
                <a:latin typeface="Cambria"/>
                <a:cs typeface="Cambria"/>
              </a:rPr>
              <a:t>unclear</a:t>
            </a:r>
            <a:r>
              <a:rPr sz="1982" spc="-21" dirty="0">
                <a:latin typeface="Cambria"/>
                <a:cs typeface="Cambria"/>
              </a:rPr>
              <a:t> </a:t>
            </a:r>
            <a:r>
              <a:rPr sz="1982" dirty="0">
                <a:latin typeface="Cambria"/>
                <a:cs typeface="Cambria"/>
              </a:rPr>
              <a:t>due</a:t>
            </a:r>
            <a:r>
              <a:rPr sz="1982" spc="-35" dirty="0">
                <a:latin typeface="Cambria"/>
                <a:cs typeface="Cambria"/>
              </a:rPr>
              <a:t> </a:t>
            </a:r>
            <a:r>
              <a:rPr sz="1982" dirty="0">
                <a:latin typeface="Cambria"/>
                <a:cs typeface="Cambria"/>
              </a:rPr>
              <a:t>to</a:t>
            </a:r>
            <a:r>
              <a:rPr sz="1982" spc="-43" dirty="0">
                <a:latin typeface="Cambria"/>
                <a:cs typeface="Cambria"/>
              </a:rPr>
              <a:t> </a:t>
            </a:r>
            <a:r>
              <a:rPr sz="1982" spc="-14" dirty="0">
                <a:latin typeface="Cambria"/>
                <a:cs typeface="Cambria"/>
              </a:rPr>
              <a:t>insufficient </a:t>
            </a:r>
            <a:r>
              <a:rPr sz="1982" dirty="0">
                <a:latin typeface="Cambria"/>
                <a:cs typeface="Cambria"/>
              </a:rPr>
              <a:t>contrast,</a:t>
            </a:r>
            <a:r>
              <a:rPr sz="1982" spc="-35" dirty="0">
                <a:latin typeface="Cambria"/>
                <a:cs typeface="Cambria"/>
              </a:rPr>
              <a:t> </a:t>
            </a:r>
            <a:r>
              <a:rPr sz="1982" dirty="0">
                <a:latin typeface="Cambria"/>
                <a:cs typeface="Cambria"/>
              </a:rPr>
              <a:t>it</a:t>
            </a:r>
            <a:r>
              <a:rPr sz="1982" spc="-28" dirty="0">
                <a:latin typeface="Cambria"/>
                <a:cs typeface="Cambria"/>
              </a:rPr>
              <a:t> </a:t>
            </a:r>
            <a:r>
              <a:rPr sz="1982" dirty="0">
                <a:latin typeface="Cambria"/>
                <a:cs typeface="Cambria"/>
              </a:rPr>
              <a:t>fails</a:t>
            </a:r>
            <a:r>
              <a:rPr sz="1982" spc="-43" dirty="0">
                <a:latin typeface="Cambria"/>
                <a:cs typeface="Cambria"/>
              </a:rPr>
              <a:t> </a:t>
            </a:r>
            <a:r>
              <a:rPr sz="1982" spc="-35" dirty="0">
                <a:latin typeface="Cambria"/>
                <a:cs typeface="Cambria"/>
              </a:rPr>
              <a:t>to </a:t>
            </a:r>
            <a:r>
              <a:rPr sz="1982" dirty="0">
                <a:latin typeface="Cambria"/>
                <a:cs typeface="Cambria"/>
              </a:rPr>
              <a:t>stand</a:t>
            </a:r>
            <a:r>
              <a:rPr sz="1982" spc="-21" dirty="0">
                <a:latin typeface="Cambria"/>
                <a:cs typeface="Cambria"/>
              </a:rPr>
              <a:t> </a:t>
            </a:r>
            <a:r>
              <a:rPr sz="1982" dirty="0">
                <a:latin typeface="Cambria"/>
                <a:cs typeface="Cambria"/>
              </a:rPr>
              <a:t>out</a:t>
            </a:r>
            <a:r>
              <a:rPr sz="1982" spc="-14" dirty="0">
                <a:latin typeface="Cambria"/>
                <a:cs typeface="Cambria"/>
              </a:rPr>
              <a:t> </a:t>
            </a:r>
            <a:r>
              <a:rPr sz="1982" dirty="0">
                <a:latin typeface="Cambria"/>
                <a:cs typeface="Cambria"/>
              </a:rPr>
              <a:t>as</a:t>
            </a:r>
            <a:r>
              <a:rPr sz="1982" spc="-43" dirty="0">
                <a:latin typeface="Cambria"/>
                <a:cs typeface="Cambria"/>
              </a:rPr>
              <a:t> </a:t>
            </a:r>
            <a:r>
              <a:rPr sz="1982" dirty="0">
                <a:latin typeface="Cambria"/>
                <a:cs typeface="Cambria"/>
              </a:rPr>
              <a:t>the</a:t>
            </a:r>
            <a:r>
              <a:rPr sz="1982" spc="-14" dirty="0">
                <a:latin typeface="Cambria"/>
                <a:cs typeface="Cambria"/>
              </a:rPr>
              <a:t> </a:t>
            </a:r>
            <a:r>
              <a:rPr sz="1982" dirty="0">
                <a:latin typeface="Cambria"/>
                <a:cs typeface="Cambria"/>
              </a:rPr>
              <a:t>figure,</a:t>
            </a:r>
            <a:r>
              <a:rPr sz="1982" spc="-21" dirty="0">
                <a:latin typeface="Cambria"/>
                <a:cs typeface="Cambria"/>
              </a:rPr>
              <a:t> </a:t>
            </a:r>
            <a:r>
              <a:rPr sz="1982" dirty="0">
                <a:latin typeface="Cambria"/>
                <a:cs typeface="Cambria"/>
              </a:rPr>
              <a:t>making</a:t>
            </a:r>
            <a:r>
              <a:rPr sz="1982" spc="-28" dirty="0">
                <a:latin typeface="Cambria"/>
                <a:cs typeface="Cambria"/>
              </a:rPr>
              <a:t> </a:t>
            </a:r>
            <a:r>
              <a:rPr sz="1982" dirty="0">
                <a:latin typeface="Cambria"/>
                <a:cs typeface="Cambria"/>
              </a:rPr>
              <a:t>it</a:t>
            </a:r>
            <a:r>
              <a:rPr sz="1982" spc="-28" dirty="0">
                <a:latin typeface="Cambria"/>
                <a:cs typeface="Cambria"/>
              </a:rPr>
              <a:t> </a:t>
            </a:r>
            <a:r>
              <a:rPr sz="1982" dirty="0">
                <a:latin typeface="Cambria"/>
                <a:cs typeface="Cambria"/>
              </a:rPr>
              <a:t>difficult</a:t>
            </a:r>
            <a:r>
              <a:rPr sz="1982" spc="-21" dirty="0">
                <a:latin typeface="Cambria"/>
                <a:cs typeface="Cambria"/>
              </a:rPr>
              <a:t> </a:t>
            </a:r>
            <a:r>
              <a:rPr sz="1982" dirty="0">
                <a:latin typeface="Cambria"/>
                <a:cs typeface="Cambria"/>
              </a:rPr>
              <a:t>for</a:t>
            </a:r>
            <a:r>
              <a:rPr sz="1982" spc="-28" dirty="0">
                <a:latin typeface="Cambria"/>
                <a:cs typeface="Cambria"/>
              </a:rPr>
              <a:t> </a:t>
            </a:r>
            <a:r>
              <a:rPr sz="1982" dirty="0">
                <a:latin typeface="Cambria"/>
                <a:cs typeface="Cambria"/>
              </a:rPr>
              <a:t>users</a:t>
            </a:r>
            <a:r>
              <a:rPr sz="1982" spc="-43" dirty="0">
                <a:latin typeface="Cambria"/>
                <a:cs typeface="Cambria"/>
              </a:rPr>
              <a:t> </a:t>
            </a:r>
            <a:r>
              <a:rPr sz="1982" dirty="0">
                <a:latin typeface="Cambria"/>
                <a:cs typeface="Cambria"/>
              </a:rPr>
              <a:t>to</a:t>
            </a:r>
            <a:r>
              <a:rPr sz="1982" spc="-14" dirty="0">
                <a:latin typeface="Cambria"/>
                <a:cs typeface="Cambria"/>
              </a:rPr>
              <a:t> </a:t>
            </a:r>
            <a:r>
              <a:rPr sz="1982" dirty="0">
                <a:latin typeface="Cambria"/>
                <a:cs typeface="Cambria"/>
              </a:rPr>
              <a:t>focus</a:t>
            </a:r>
            <a:r>
              <a:rPr sz="1982" spc="-21" dirty="0">
                <a:latin typeface="Cambria"/>
                <a:cs typeface="Cambria"/>
              </a:rPr>
              <a:t> </a:t>
            </a:r>
            <a:r>
              <a:rPr sz="1982" dirty="0">
                <a:latin typeface="Cambria"/>
                <a:cs typeface="Cambria"/>
              </a:rPr>
              <a:t>on</a:t>
            </a:r>
            <a:r>
              <a:rPr sz="1982" spc="-14" dirty="0">
                <a:latin typeface="Cambria"/>
                <a:cs typeface="Cambria"/>
              </a:rPr>
              <a:t> </a:t>
            </a:r>
            <a:r>
              <a:rPr sz="1982" dirty="0">
                <a:latin typeface="Cambria"/>
                <a:cs typeface="Cambria"/>
              </a:rPr>
              <a:t>and</a:t>
            </a:r>
            <a:r>
              <a:rPr sz="1982" spc="-14" dirty="0">
                <a:latin typeface="Cambria"/>
                <a:cs typeface="Cambria"/>
              </a:rPr>
              <a:t> </a:t>
            </a:r>
            <a:r>
              <a:rPr sz="1982" dirty="0">
                <a:latin typeface="Cambria"/>
                <a:cs typeface="Cambria"/>
              </a:rPr>
              <a:t>read</a:t>
            </a:r>
            <a:r>
              <a:rPr sz="1982" spc="-43" dirty="0">
                <a:latin typeface="Cambria"/>
                <a:cs typeface="Cambria"/>
              </a:rPr>
              <a:t> </a:t>
            </a:r>
            <a:r>
              <a:rPr sz="1982" dirty="0">
                <a:latin typeface="Cambria"/>
                <a:cs typeface="Cambria"/>
              </a:rPr>
              <a:t>the</a:t>
            </a:r>
            <a:r>
              <a:rPr sz="1982" spc="-35" dirty="0">
                <a:latin typeface="Cambria"/>
                <a:cs typeface="Cambria"/>
              </a:rPr>
              <a:t> </a:t>
            </a:r>
            <a:r>
              <a:rPr sz="1982" spc="-28" dirty="0">
                <a:latin typeface="Cambria"/>
                <a:cs typeface="Cambria"/>
              </a:rPr>
              <a:t>menu </a:t>
            </a:r>
            <a:r>
              <a:rPr sz="1982" dirty="0">
                <a:latin typeface="Cambria"/>
                <a:cs typeface="Cambria"/>
              </a:rPr>
              <a:t>titles.</a:t>
            </a:r>
            <a:r>
              <a:rPr sz="1982" spc="-43" dirty="0">
                <a:latin typeface="Cambria"/>
                <a:cs typeface="Cambria"/>
              </a:rPr>
              <a:t> </a:t>
            </a:r>
            <a:r>
              <a:rPr sz="1982" dirty="0">
                <a:latin typeface="Cambria"/>
                <a:cs typeface="Cambria"/>
              </a:rPr>
              <a:t>Ensuring</a:t>
            </a:r>
            <a:r>
              <a:rPr sz="1982" spc="-50" dirty="0">
                <a:latin typeface="Cambria"/>
                <a:cs typeface="Cambria"/>
              </a:rPr>
              <a:t> </a:t>
            </a:r>
            <a:r>
              <a:rPr sz="1982" dirty="0">
                <a:latin typeface="Cambria"/>
                <a:cs typeface="Cambria"/>
              </a:rPr>
              <a:t>good</a:t>
            </a:r>
            <a:r>
              <a:rPr sz="1982" spc="-50" dirty="0">
                <a:latin typeface="Cambria"/>
                <a:cs typeface="Cambria"/>
              </a:rPr>
              <a:t> </a:t>
            </a:r>
            <a:r>
              <a:rPr sz="1982" dirty="0">
                <a:latin typeface="Cambria"/>
                <a:cs typeface="Cambria"/>
              </a:rPr>
              <a:t>contrast</a:t>
            </a:r>
            <a:r>
              <a:rPr sz="1982" spc="-50" dirty="0">
                <a:latin typeface="Cambria"/>
                <a:cs typeface="Cambria"/>
              </a:rPr>
              <a:t> </a:t>
            </a:r>
            <a:r>
              <a:rPr sz="1982" dirty="0">
                <a:latin typeface="Cambria"/>
                <a:cs typeface="Cambria"/>
              </a:rPr>
              <a:t>between</a:t>
            </a:r>
            <a:r>
              <a:rPr sz="1982" spc="-64" dirty="0">
                <a:latin typeface="Cambria"/>
                <a:cs typeface="Cambria"/>
              </a:rPr>
              <a:t> </a:t>
            </a:r>
            <a:r>
              <a:rPr sz="1982" dirty="0">
                <a:latin typeface="Cambria"/>
                <a:cs typeface="Cambria"/>
              </a:rPr>
              <a:t>the</a:t>
            </a:r>
            <a:r>
              <a:rPr sz="1982" spc="-35" dirty="0">
                <a:latin typeface="Cambria"/>
                <a:cs typeface="Cambria"/>
              </a:rPr>
              <a:t> </a:t>
            </a:r>
            <a:r>
              <a:rPr sz="1982" dirty="0">
                <a:latin typeface="Cambria"/>
                <a:cs typeface="Cambria"/>
              </a:rPr>
              <a:t>figure</a:t>
            </a:r>
            <a:r>
              <a:rPr sz="1982" spc="-35" dirty="0">
                <a:latin typeface="Cambria"/>
                <a:cs typeface="Cambria"/>
              </a:rPr>
              <a:t> </a:t>
            </a:r>
            <a:r>
              <a:rPr sz="1982" dirty="0">
                <a:latin typeface="Cambria"/>
                <a:cs typeface="Cambria"/>
              </a:rPr>
              <a:t>and</a:t>
            </a:r>
            <a:r>
              <a:rPr sz="1982" spc="-56" dirty="0">
                <a:latin typeface="Cambria"/>
                <a:cs typeface="Cambria"/>
              </a:rPr>
              <a:t> </a:t>
            </a:r>
            <a:r>
              <a:rPr sz="1982" dirty="0">
                <a:latin typeface="Cambria"/>
                <a:cs typeface="Cambria"/>
              </a:rPr>
              <a:t>the</a:t>
            </a:r>
            <a:r>
              <a:rPr sz="1982" spc="-56" dirty="0">
                <a:latin typeface="Cambria"/>
                <a:cs typeface="Cambria"/>
              </a:rPr>
              <a:t> </a:t>
            </a:r>
            <a:r>
              <a:rPr sz="1982" dirty="0">
                <a:latin typeface="Cambria"/>
                <a:cs typeface="Cambria"/>
              </a:rPr>
              <a:t>ground</a:t>
            </a:r>
            <a:r>
              <a:rPr sz="1982" spc="-64" dirty="0">
                <a:latin typeface="Cambria"/>
                <a:cs typeface="Cambria"/>
              </a:rPr>
              <a:t> </a:t>
            </a:r>
            <a:r>
              <a:rPr sz="1982" dirty="0">
                <a:latin typeface="Cambria"/>
                <a:cs typeface="Cambria"/>
              </a:rPr>
              <a:t>is</a:t>
            </a:r>
            <a:r>
              <a:rPr sz="1982" spc="-35" dirty="0">
                <a:latin typeface="Cambria"/>
                <a:cs typeface="Cambria"/>
              </a:rPr>
              <a:t> </a:t>
            </a:r>
            <a:r>
              <a:rPr sz="1982" dirty="0">
                <a:latin typeface="Cambria"/>
                <a:cs typeface="Cambria"/>
              </a:rPr>
              <a:t>essential</a:t>
            </a:r>
            <a:r>
              <a:rPr sz="1982" spc="-35" dirty="0">
                <a:latin typeface="Cambria"/>
                <a:cs typeface="Cambria"/>
              </a:rPr>
              <a:t> for </a:t>
            </a:r>
            <a:r>
              <a:rPr sz="1982" spc="-14" dirty="0">
                <a:latin typeface="Cambria"/>
                <a:cs typeface="Cambria"/>
              </a:rPr>
              <a:t>maintaining </a:t>
            </a:r>
            <a:r>
              <a:rPr sz="1982" dirty="0">
                <a:latin typeface="Cambria"/>
                <a:cs typeface="Cambria"/>
              </a:rPr>
              <a:t>clarity</a:t>
            </a:r>
            <a:r>
              <a:rPr sz="1982" spc="-21" dirty="0">
                <a:latin typeface="Cambria"/>
                <a:cs typeface="Cambria"/>
              </a:rPr>
              <a:t> </a:t>
            </a:r>
            <a:r>
              <a:rPr sz="1982" dirty="0">
                <a:latin typeface="Cambria"/>
                <a:cs typeface="Cambria"/>
              </a:rPr>
              <a:t>and</a:t>
            </a:r>
            <a:r>
              <a:rPr sz="1982" spc="-7" dirty="0">
                <a:latin typeface="Cambria"/>
                <a:cs typeface="Cambria"/>
              </a:rPr>
              <a:t> </a:t>
            </a:r>
            <a:r>
              <a:rPr sz="1982" dirty="0">
                <a:latin typeface="Cambria"/>
                <a:cs typeface="Cambria"/>
              </a:rPr>
              <a:t>usability</a:t>
            </a:r>
            <a:r>
              <a:rPr sz="1982" spc="-28" dirty="0">
                <a:latin typeface="Cambria"/>
                <a:cs typeface="Cambria"/>
              </a:rPr>
              <a:t> </a:t>
            </a:r>
            <a:r>
              <a:rPr sz="1982" dirty="0">
                <a:latin typeface="Cambria"/>
                <a:cs typeface="Cambria"/>
              </a:rPr>
              <a:t>in</a:t>
            </a:r>
            <a:r>
              <a:rPr sz="1982" spc="-28" dirty="0">
                <a:latin typeface="Cambria"/>
                <a:cs typeface="Cambria"/>
              </a:rPr>
              <a:t> </a:t>
            </a:r>
            <a:r>
              <a:rPr sz="1982" spc="-14" dirty="0">
                <a:latin typeface="Cambria"/>
                <a:cs typeface="Cambria"/>
              </a:rPr>
              <a:t>design.</a:t>
            </a:r>
            <a:endParaRPr sz="1982" dirty="0">
              <a:latin typeface="Cambria"/>
              <a:cs typeface="Cambria"/>
            </a:endParaRPr>
          </a:p>
          <a:p>
            <a:pPr>
              <a:spcBef>
                <a:spcPts val="425"/>
              </a:spcBef>
              <a:buFont typeface="Symbol"/>
              <a:buChar char=""/>
            </a:pPr>
            <a:endParaRPr sz="1982" dirty="0">
              <a:latin typeface="Cambria"/>
              <a:cs typeface="Cambria"/>
            </a:endParaRPr>
          </a:p>
          <a:p>
            <a:pPr marL="664955" marR="203081" indent="-324391">
              <a:lnSpc>
                <a:spcPct val="112900"/>
              </a:lnSpc>
              <a:buFont typeface="Symbol"/>
              <a:buChar char=""/>
              <a:tabLst>
                <a:tab pos="664955" algn="l"/>
              </a:tabLst>
            </a:pPr>
            <a:r>
              <a:rPr sz="1982" dirty="0">
                <a:latin typeface="Cambria"/>
                <a:cs typeface="Cambria"/>
              </a:rPr>
              <a:t>We</a:t>
            </a:r>
            <a:r>
              <a:rPr sz="1982" spc="-43" dirty="0">
                <a:latin typeface="Cambria"/>
                <a:cs typeface="Cambria"/>
              </a:rPr>
              <a:t> </a:t>
            </a:r>
            <a:r>
              <a:rPr sz="1982" dirty="0">
                <a:latin typeface="Cambria"/>
                <a:cs typeface="Cambria"/>
              </a:rPr>
              <a:t>have</a:t>
            </a:r>
            <a:r>
              <a:rPr sz="1982" spc="-21" dirty="0">
                <a:latin typeface="Cambria"/>
                <a:cs typeface="Cambria"/>
              </a:rPr>
              <a:t> </a:t>
            </a:r>
            <a:r>
              <a:rPr sz="1982" dirty="0">
                <a:latin typeface="Cambria"/>
                <a:cs typeface="Cambria"/>
              </a:rPr>
              <a:t>redesigned</a:t>
            </a:r>
            <a:r>
              <a:rPr sz="1982" spc="-43" dirty="0">
                <a:latin typeface="Cambria"/>
                <a:cs typeface="Cambria"/>
              </a:rPr>
              <a:t> </a:t>
            </a:r>
            <a:r>
              <a:rPr sz="1982" dirty="0">
                <a:latin typeface="Cambria"/>
                <a:cs typeface="Cambria"/>
              </a:rPr>
              <a:t>and</a:t>
            </a:r>
            <a:r>
              <a:rPr sz="1982" spc="-28" dirty="0">
                <a:latin typeface="Cambria"/>
                <a:cs typeface="Cambria"/>
              </a:rPr>
              <a:t> </a:t>
            </a:r>
            <a:r>
              <a:rPr sz="1982" dirty="0">
                <a:latin typeface="Cambria"/>
                <a:cs typeface="Cambria"/>
              </a:rPr>
              <a:t>using</a:t>
            </a:r>
            <a:r>
              <a:rPr sz="1982" spc="-21" dirty="0">
                <a:latin typeface="Cambria"/>
                <a:cs typeface="Cambria"/>
              </a:rPr>
              <a:t> </a:t>
            </a:r>
            <a:r>
              <a:rPr sz="1982" dirty="0">
                <a:latin typeface="Cambria"/>
                <a:cs typeface="Cambria"/>
              </a:rPr>
              <a:t>a</a:t>
            </a:r>
            <a:r>
              <a:rPr sz="1982" spc="-43" dirty="0">
                <a:latin typeface="Cambria"/>
                <a:cs typeface="Cambria"/>
              </a:rPr>
              <a:t> </a:t>
            </a:r>
            <a:r>
              <a:rPr sz="1982" dirty="0">
                <a:latin typeface="Cambria"/>
                <a:cs typeface="Cambria"/>
              </a:rPr>
              <a:t>light</a:t>
            </a:r>
            <a:r>
              <a:rPr sz="1982" spc="-35" dirty="0">
                <a:latin typeface="Cambria"/>
                <a:cs typeface="Cambria"/>
              </a:rPr>
              <a:t> </a:t>
            </a:r>
            <a:r>
              <a:rPr sz="1982" dirty="0">
                <a:latin typeface="Cambria"/>
                <a:cs typeface="Cambria"/>
              </a:rPr>
              <a:t>color</a:t>
            </a:r>
            <a:r>
              <a:rPr sz="1982" spc="-35" dirty="0">
                <a:latin typeface="Cambria"/>
                <a:cs typeface="Cambria"/>
              </a:rPr>
              <a:t> </a:t>
            </a:r>
            <a:r>
              <a:rPr sz="1982" dirty="0">
                <a:latin typeface="Cambria"/>
                <a:cs typeface="Cambria"/>
              </a:rPr>
              <a:t>for</a:t>
            </a:r>
            <a:r>
              <a:rPr sz="1982" spc="-35" dirty="0">
                <a:latin typeface="Cambria"/>
                <a:cs typeface="Cambria"/>
              </a:rPr>
              <a:t> </a:t>
            </a:r>
            <a:r>
              <a:rPr sz="1982" dirty="0">
                <a:latin typeface="Cambria"/>
                <a:cs typeface="Cambria"/>
              </a:rPr>
              <a:t>the</a:t>
            </a:r>
            <a:r>
              <a:rPr sz="1982" spc="-28" dirty="0">
                <a:latin typeface="Cambria"/>
                <a:cs typeface="Cambria"/>
              </a:rPr>
              <a:t> </a:t>
            </a:r>
            <a:r>
              <a:rPr sz="1982" dirty="0">
                <a:latin typeface="Cambria"/>
                <a:cs typeface="Cambria"/>
              </a:rPr>
              <a:t>menu</a:t>
            </a:r>
            <a:r>
              <a:rPr sz="1982" spc="-28" dirty="0">
                <a:latin typeface="Cambria"/>
                <a:cs typeface="Cambria"/>
              </a:rPr>
              <a:t> </a:t>
            </a:r>
            <a:r>
              <a:rPr sz="1982" dirty="0">
                <a:latin typeface="Cambria"/>
                <a:cs typeface="Cambria"/>
              </a:rPr>
              <a:t>titles</a:t>
            </a:r>
            <a:r>
              <a:rPr sz="1982" spc="-21" dirty="0">
                <a:latin typeface="Cambria"/>
                <a:cs typeface="Cambria"/>
              </a:rPr>
              <a:t> </a:t>
            </a:r>
            <a:r>
              <a:rPr sz="1982" dirty="0">
                <a:latin typeface="Cambria"/>
                <a:cs typeface="Cambria"/>
              </a:rPr>
              <a:t>and</a:t>
            </a:r>
            <a:r>
              <a:rPr sz="1982" spc="-28" dirty="0">
                <a:latin typeface="Cambria"/>
                <a:cs typeface="Cambria"/>
              </a:rPr>
              <a:t> </a:t>
            </a:r>
            <a:r>
              <a:rPr sz="1982" dirty="0">
                <a:latin typeface="Cambria"/>
                <a:cs typeface="Cambria"/>
              </a:rPr>
              <a:t>making</a:t>
            </a:r>
            <a:r>
              <a:rPr sz="1982" spc="-43" dirty="0">
                <a:latin typeface="Cambria"/>
                <a:cs typeface="Cambria"/>
              </a:rPr>
              <a:t> </a:t>
            </a:r>
            <a:r>
              <a:rPr sz="1982" spc="-28" dirty="0">
                <a:latin typeface="Cambria"/>
                <a:cs typeface="Cambria"/>
              </a:rPr>
              <a:t>them </a:t>
            </a:r>
            <a:r>
              <a:rPr sz="1982" dirty="0">
                <a:latin typeface="Cambria"/>
                <a:cs typeface="Cambria"/>
              </a:rPr>
              <a:t>in</a:t>
            </a:r>
            <a:r>
              <a:rPr sz="1982" spc="-21" dirty="0">
                <a:latin typeface="Cambria"/>
                <a:cs typeface="Cambria"/>
              </a:rPr>
              <a:t> </a:t>
            </a:r>
            <a:r>
              <a:rPr sz="1982" dirty="0">
                <a:latin typeface="Cambria"/>
                <a:cs typeface="Cambria"/>
              </a:rPr>
              <a:t>a</a:t>
            </a:r>
            <a:r>
              <a:rPr sz="1982" spc="-35" dirty="0">
                <a:latin typeface="Cambria"/>
                <a:cs typeface="Cambria"/>
              </a:rPr>
              <a:t> </a:t>
            </a:r>
            <a:r>
              <a:rPr sz="1982" dirty="0">
                <a:latin typeface="Cambria"/>
                <a:cs typeface="Cambria"/>
              </a:rPr>
              <a:t>thick</a:t>
            </a:r>
            <a:r>
              <a:rPr sz="1982" spc="-43" dirty="0">
                <a:latin typeface="Cambria"/>
                <a:cs typeface="Cambria"/>
              </a:rPr>
              <a:t> </a:t>
            </a:r>
            <a:r>
              <a:rPr sz="1982" dirty="0">
                <a:latin typeface="Cambria"/>
                <a:cs typeface="Cambria"/>
              </a:rPr>
              <a:t>font</a:t>
            </a:r>
            <a:r>
              <a:rPr sz="1982" spc="-21" dirty="0">
                <a:latin typeface="Cambria"/>
                <a:cs typeface="Cambria"/>
              </a:rPr>
              <a:t> </a:t>
            </a:r>
            <a:r>
              <a:rPr sz="1982" dirty="0">
                <a:latin typeface="Cambria"/>
                <a:cs typeface="Cambria"/>
              </a:rPr>
              <a:t>to</a:t>
            </a:r>
            <a:r>
              <a:rPr sz="1982" spc="-21" dirty="0">
                <a:latin typeface="Cambria"/>
                <a:cs typeface="Cambria"/>
              </a:rPr>
              <a:t> </a:t>
            </a:r>
            <a:r>
              <a:rPr sz="1982" dirty="0">
                <a:latin typeface="Cambria"/>
                <a:cs typeface="Cambria"/>
              </a:rPr>
              <a:t>make</a:t>
            </a:r>
            <a:r>
              <a:rPr sz="1982" spc="-28" dirty="0">
                <a:latin typeface="Cambria"/>
                <a:cs typeface="Cambria"/>
              </a:rPr>
              <a:t> </a:t>
            </a:r>
            <a:r>
              <a:rPr sz="1982" dirty="0">
                <a:latin typeface="Cambria"/>
                <a:cs typeface="Cambria"/>
              </a:rPr>
              <a:t>them</a:t>
            </a:r>
            <a:r>
              <a:rPr sz="1982" spc="-43" dirty="0">
                <a:latin typeface="Cambria"/>
                <a:cs typeface="Cambria"/>
              </a:rPr>
              <a:t> </a:t>
            </a:r>
            <a:r>
              <a:rPr sz="1982" dirty="0">
                <a:latin typeface="Cambria"/>
                <a:cs typeface="Cambria"/>
              </a:rPr>
              <a:t>stand</a:t>
            </a:r>
            <a:r>
              <a:rPr sz="1982" spc="-43" dirty="0">
                <a:latin typeface="Cambria"/>
                <a:cs typeface="Cambria"/>
              </a:rPr>
              <a:t> </a:t>
            </a:r>
            <a:r>
              <a:rPr sz="1982" dirty="0">
                <a:latin typeface="Cambria"/>
                <a:cs typeface="Cambria"/>
              </a:rPr>
              <a:t>out</a:t>
            </a:r>
            <a:r>
              <a:rPr sz="1982" spc="-21" dirty="0">
                <a:latin typeface="Cambria"/>
                <a:cs typeface="Cambria"/>
              </a:rPr>
              <a:t> </a:t>
            </a:r>
            <a:r>
              <a:rPr sz="1982" dirty="0">
                <a:latin typeface="Cambria"/>
                <a:cs typeface="Cambria"/>
              </a:rPr>
              <a:t>as</a:t>
            </a:r>
            <a:r>
              <a:rPr sz="1982" spc="-14" dirty="0">
                <a:latin typeface="Cambria"/>
                <a:cs typeface="Cambria"/>
              </a:rPr>
              <a:t> </a:t>
            </a:r>
            <a:r>
              <a:rPr sz="1982" dirty="0">
                <a:latin typeface="Cambria"/>
                <a:cs typeface="Cambria"/>
              </a:rPr>
              <a:t>titles</a:t>
            </a:r>
            <a:r>
              <a:rPr sz="1982" spc="-21" dirty="0">
                <a:latin typeface="Cambria"/>
                <a:cs typeface="Cambria"/>
              </a:rPr>
              <a:t> </a:t>
            </a:r>
            <a:r>
              <a:rPr sz="1982" dirty="0">
                <a:latin typeface="Cambria"/>
                <a:cs typeface="Cambria"/>
              </a:rPr>
              <a:t>and</a:t>
            </a:r>
            <a:r>
              <a:rPr sz="1982" spc="-14" dirty="0">
                <a:latin typeface="Cambria"/>
                <a:cs typeface="Cambria"/>
              </a:rPr>
              <a:t> </a:t>
            </a:r>
            <a:r>
              <a:rPr sz="1982" dirty="0">
                <a:latin typeface="Cambria"/>
                <a:cs typeface="Cambria"/>
              </a:rPr>
              <a:t>be</a:t>
            </a:r>
            <a:r>
              <a:rPr sz="1982" spc="-28" dirty="0">
                <a:latin typeface="Cambria"/>
                <a:cs typeface="Cambria"/>
              </a:rPr>
              <a:t> </a:t>
            </a:r>
            <a:r>
              <a:rPr sz="1982" dirty="0">
                <a:latin typeface="Cambria"/>
                <a:cs typeface="Cambria"/>
              </a:rPr>
              <a:t>clear for</a:t>
            </a:r>
            <a:r>
              <a:rPr sz="1982" spc="396" dirty="0">
                <a:latin typeface="Cambria"/>
                <a:cs typeface="Cambria"/>
              </a:rPr>
              <a:t> </a:t>
            </a:r>
            <a:r>
              <a:rPr sz="1982" spc="-14" dirty="0">
                <a:latin typeface="Cambria"/>
                <a:cs typeface="Cambria"/>
              </a:rPr>
              <a:t>user</a:t>
            </a:r>
            <a:endParaRPr sz="1982" dirty="0">
              <a:latin typeface="Cambria"/>
              <a:cs typeface="Cambria"/>
            </a:endParaRPr>
          </a:p>
        </p:txBody>
      </p:sp>
      <p:sp>
        <p:nvSpPr>
          <p:cNvPr id="3" name="object 3"/>
          <p:cNvSpPr txBox="1"/>
          <p:nvPr/>
        </p:nvSpPr>
        <p:spPr>
          <a:xfrm>
            <a:off x="8789825" y="5265875"/>
            <a:ext cx="788026" cy="325016"/>
          </a:xfrm>
          <a:prstGeom prst="rect">
            <a:avLst/>
          </a:prstGeom>
        </p:spPr>
        <p:txBody>
          <a:bodyPr vert="horz" wrap="square" lIns="0" tIns="17073" rIns="0" bIns="0" rtlCol="0">
            <a:spAutoFit/>
          </a:bodyPr>
          <a:lstStyle/>
          <a:p>
            <a:pPr marL="17972">
              <a:spcBef>
                <a:spcPts val="134"/>
              </a:spcBef>
            </a:pPr>
            <a:r>
              <a:rPr sz="2000" b="1" spc="-14" dirty="0">
                <a:latin typeface="Cambria"/>
                <a:cs typeface="Cambria"/>
              </a:rPr>
              <a:t>After:</a:t>
            </a:r>
            <a:endParaRPr sz="2000">
              <a:latin typeface="Cambria"/>
              <a:cs typeface="Cambria"/>
            </a:endParaRPr>
          </a:p>
        </p:txBody>
      </p:sp>
      <p:pic>
        <p:nvPicPr>
          <p:cNvPr id="5" name="object 5"/>
          <p:cNvPicPr/>
          <p:nvPr/>
        </p:nvPicPr>
        <p:blipFill rotWithShape="1">
          <a:blip r:embed="rId2" cstate="print"/>
          <a:srcRect b="9471"/>
          <a:stretch/>
        </p:blipFill>
        <p:spPr>
          <a:xfrm>
            <a:off x="4455412" y="5590891"/>
            <a:ext cx="9601779" cy="4932417"/>
          </a:xfrm>
          <a:prstGeom prst="rect">
            <a:avLst/>
          </a:prstGeom>
          <a:ln>
            <a:solidFill>
              <a:schemeClr val="tx1"/>
            </a:solidFill>
          </a:ln>
        </p:spPr>
      </p:pic>
      <p:grpSp>
        <p:nvGrpSpPr>
          <p:cNvPr id="7" name="object 7"/>
          <p:cNvGrpSpPr/>
          <p:nvPr/>
        </p:nvGrpSpPr>
        <p:grpSpPr>
          <a:xfrm>
            <a:off x="4385469" y="375229"/>
            <a:ext cx="9686735" cy="4876800"/>
            <a:chOff x="703580" y="3842892"/>
            <a:chExt cx="6145530" cy="2830830"/>
          </a:xfrm>
        </p:grpSpPr>
        <p:pic>
          <p:nvPicPr>
            <p:cNvPr id="8" name="object 8"/>
            <p:cNvPicPr/>
            <p:nvPr/>
          </p:nvPicPr>
          <p:blipFill>
            <a:blip r:embed="rId3" cstate="print"/>
            <a:stretch>
              <a:fillRect/>
            </a:stretch>
          </p:blipFill>
          <p:spPr>
            <a:xfrm>
              <a:off x="722630" y="3861942"/>
              <a:ext cx="6107176" cy="2792730"/>
            </a:xfrm>
            <a:prstGeom prst="rect">
              <a:avLst/>
            </a:prstGeom>
          </p:spPr>
        </p:pic>
        <p:sp>
          <p:nvSpPr>
            <p:cNvPr id="9" name="object 9"/>
            <p:cNvSpPr/>
            <p:nvPr/>
          </p:nvSpPr>
          <p:spPr>
            <a:xfrm>
              <a:off x="713105" y="3852417"/>
              <a:ext cx="6126480" cy="2811780"/>
            </a:xfrm>
            <a:custGeom>
              <a:avLst/>
              <a:gdLst/>
              <a:ahLst/>
              <a:cxnLst/>
              <a:rect l="l" t="t" r="r" b="b"/>
              <a:pathLst>
                <a:path w="6126480" h="2811779">
                  <a:moveTo>
                    <a:pt x="0" y="2811780"/>
                  </a:moveTo>
                  <a:lnTo>
                    <a:pt x="6126226" y="2811780"/>
                  </a:lnTo>
                  <a:lnTo>
                    <a:pt x="6126226" y="0"/>
                  </a:lnTo>
                  <a:lnTo>
                    <a:pt x="0" y="0"/>
                  </a:lnTo>
                  <a:lnTo>
                    <a:pt x="0" y="2811780"/>
                  </a:lnTo>
                  <a:close/>
                </a:path>
              </a:pathLst>
            </a:custGeom>
            <a:ln w="19050">
              <a:solidFill>
                <a:srgbClr val="000000"/>
              </a:solidFill>
            </a:ln>
          </p:spPr>
          <p:txBody>
            <a:bodyPr wrap="square" lIns="0" tIns="0" rIns="0" bIns="0" rtlCol="0"/>
            <a:lstStyle/>
            <a:p>
              <a:endParaRPr/>
            </a:p>
          </p:txBody>
        </p:sp>
        <p:sp>
          <p:nvSpPr>
            <p:cNvPr id="10" name="object 10"/>
            <p:cNvSpPr/>
            <p:nvPr/>
          </p:nvSpPr>
          <p:spPr>
            <a:xfrm>
              <a:off x="712470" y="5531357"/>
              <a:ext cx="5594350" cy="158115"/>
            </a:xfrm>
            <a:custGeom>
              <a:avLst/>
              <a:gdLst/>
              <a:ahLst/>
              <a:cxnLst/>
              <a:rect l="l" t="t" r="r" b="b"/>
              <a:pathLst>
                <a:path w="5594350" h="158114">
                  <a:moveTo>
                    <a:pt x="0" y="158114"/>
                  </a:moveTo>
                  <a:lnTo>
                    <a:pt x="5594350" y="158114"/>
                  </a:lnTo>
                  <a:lnTo>
                    <a:pt x="5594350" y="0"/>
                  </a:lnTo>
                  <a:lnTo>
                    <a:pt x="0" y="0"/>
                  </a:lnTo>
                  <a:lnTo>
                    <a:pt x="0" y="158114"/>
                  </a:lnTo>
                  <a:close/>
                </a:path>
              </a:pathLst>
            </a:custGeom>
            <a:ln w="12700">
              <a:solidFill>
                <a:srgbClr val="FF0000"/>
              </a:solidFill>
            </a:ln>
          </p:spPr>
          <p:txBody>
            <a:bodyPr wrap="square" lIns="0" tIns="0" rIns="0" bIns="0" rtlCol="0"/>
            <a:lstStyle/>
            <a:p>
              <a:endParaRPr/>
            </a:p>
          </p:txBody>
        </p:sp>
      </p:grpSp>
      <p:sp>
        <p:nvSpPr>
          <p:cNvPr id="13" name="مربع نص 12">
            <a:extLst>
              <a:ext uri="{FF2B5EF4-FFF2-40B4-BE49-F238E27FC236}">
                <a16:creationId xmlns:a16="http://schemas.microsoft.com/office/drawing/2014/main" id="{137F1C04-625D-512E-6D01-A0188C05EB6B}"/>
              </a:ext>
            </a:extLst>
          </p:cNvPr>
          <p:cNvSpPr txBox="1"/>
          <p:nvPr/>
        </p:nvSpPr>
        <p:spPr>
          <a:xfrm>
            <a:off x="8652669" y="22305"/>
            <a:ext cx="8082366" cy="369332"/>
          </a:xfrm>
          <a:prstGeom prst="rect">
            <a:avLst/>
          </a:prstGeom>
          <a:noFill/>
        </p:spPr>
        <p:txBody>
          <a:bodyPr wrap="square">
            <a:spAutoFit/>
          </a:bodyPr>
          <a:lstStyle/>
          <a:p>
            <a:pPr marL="17972">
              <a:spcBef>
                <a:spcPts val="1706"/>
              </a:spcBef>
            </a:pPr>
            <a:r>
              <a:rPr lang="en-US" sz="1800" b="1" spc="-14" dirty="0">
                <a:latin typeface="Cambria"/>
                <a:cs typeface="Cambria"/>
              </a:rPr>
              <a:t>Before:</a:t>
            </a:r>
            <a:endParaRPr lang="en-US" sz="1800" dirty="0">
              <a:latin typeface="Cambria"/>
              <a:cs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26590" y="551513"/>
            <a:ext cx="9878679" cy="694348"/>
          </a:xfrm>
          <a:prstGeom prst="rect">
            <a:avLst/>
          </a:prstGeom>
        </p:spPr>
        <p:txBody>
          <a:bodyPr vert="horz" wrap="square" lIns="0" tIns="17073" rIns="0" bIns="0" rtlCol="0">
            <a:spAutoFit/>
          </a:bodyPr>
          <a:lstStyle/>
          <a:p>
            <a:pPr marL="341464" indent="-323492">
              <a:spcBef>
                <a:spcPts val="134"/>
              </a:spcBef>
              <a:buFont typeface="Courier New"/>
              <a:buChar char="o"/>
              <a:tabLst>
                <a:tab pos="341464" algn="l"/>
              </a:tabLst>
            </a:pPr>
            <a:r>
              <a:rPr lang="en-US" sz="4400" b="1" dirty="0">
                <a:uFill>
                  <a:solidFill>
                    <a:srgbClr val="000000"/>
                  </a:solidFill>
                </a:uFill>
                <a:latin typeface="Times New Roman"/>
                <a:cs typeface="Times New Roman"/>
              </a:rPr>
              <a:t> </a:t>
            </a:r>
            <a:r>
              <a:rPr sz="4400" b="1" dirty="0">
                <a:uFill>
                  <a:solidFill>
                    <a:srgbClr val="000000"/>
                  </a:solidFill>
                </a:uFill>
                <a:latin typeface="Times New Roman"/>
                <a:cs typeface="Times New Roman"/>
              </a:rPr>
              <a:t>Second:</a:t>
            </a:r>
            <a:r>
              <a:rPr sz="4400" b="1" spc="-64" dirty="0">
                <a:uFill>
                  <a:solidFill>
                    <a:srgbClr val="000000"/>
                  </a:solidFill>
                </a:uFill>
                <a:latin typeface="Times New Roman"/>
                <a:cs typeface="Times New Roman"/>
              </a:rPr>
              <a:t> </a:t>
            </a:r>
            <a:r>
              <a:rPr sz="4400" b="1" dirty="0">
                <a:uFill>
                  <a:solidFill>
                    <a:srgbClr val="000000"/>
                  </a:solidFill>
                </a:uFill>
                <a:latin typeface="Times New Roman"/>
                <a:cs typeface="Times New Roman"/>
              </a:rPr>
              <a:t>redesign</a:t>
            </a:r>
            <a:r>
              <a:rPr sz="4400" b="1" spc="-35" dirty="0">
                <a:uFill>
                  <a:solidFill>
                    <a:srgbClr val="000000"/>
                  </a:solidFill>
                </a:uFill>
                <a:latin typeface="Times New Roman"/>
                <a:cs typeface="Times New Roman"/>
              </a:rPr>
              <a:t> </a:t>
            </a:r>
            <a:r>
              <a:rPr sz="4400" b="1" dirty="0">
                <a:uFill>
                  <a:solidFill>
                    <a:srgbClr val="000000"/>
                  </a:solidFill>
                </a:uFill>
                <a:latin typeface="Times New Roman"/>
                <a:cs typeface="Times New Roman"/>
              </a:rPr>
              <a:t>as</a:t>
            </a:r>
            <a:r>
              <a:rPr sz="4400" b="1" spc="-50" dirty="0">
                <a:uFill>
                  <a:solidFill>
                    <a:srgbClr val="000000"/>
                  </a:solidFill>
                </a:uFill>
                <a:latin typeface="Times New Roman"/>
                <a:cs typeface="Times New Roman"/>
              </a:rPr>
              <a:t> </a:t>
            </a:r>
            <a:r>
              <a:rPr sz="4400" b="1" dirty="0">
                <a:uFill>
                  <a:solidFill>
                    <a:srgbClr val="000000"/>
                  </a:solidFill>
                </a:uFill>
                <a:latin typeface="Times New Roman"/>
                <a:cs typeface="Times New Roman"/>
              </a:rPr>
              <a:t>Parc</a:t>
            </a:r>
            <a:r>
              <a:rPr sz="4400" b="1" spc="-43" dirty="0">
                <a:uFill>
                  <a:solidFill>
                    <a:srgbClr val="000000"/>
                  </a:solidFill>
                </a:uFill>
                <a:latin typeface="Times New Roman"/>
                <a:cs typeface="Times New Roman"/>
              </a:rPr>
              <a:t> </a:t>
            </a:r>
            <a:r>
              <a:rPr sz="4400" b="1" spc="-14" dirty="0">
                <a:uFill>
                  <a:solidFill>
                    <a:srgbClr val="000000"/>
                  </a:solidFill>
                </a:uFill>
                <a:latin typeface="Times New Roman"/>
                <a:cs typeface="Times New Roman"/>
              </a:rPr>
              <a:t>principles:</a:t>
            </a:r>
            <a:endParaRPr sz="4400" dirty="0">
              <a:latin typeface="Times New Roman"/>
              <a:cs typeface="Times New Roman"/>
            </a:endParaRPr>
          </a:p>
        </p:txBody>
      </p:sp>
      <p:sp>
        <p:nvSpPr>
          <p:cNvPr id="3" name="object 3"/>
          <p:cNvSpPr txBox="1"/>
          <p:nvPr/>
        </p:nvSpPr>
        <p:spPr>
          <a:xfrm>
            <a:off x="697089" y="2260389"/>
            <a:ext cx="12329759" cy="1977464"/>
          </a:xfrm>
          <a:prstGeom prst="rect">
            <a:avLst/>
          </a:prstGeom>
        </p:spPr>
        <p:txBody>
          <a:bodyPr vert="horz" wrap="square" lIns="0" tIns="0" rIns="0" bIns="0" rtlCol="0">
            <a:spAutoFit/>
          </a:bodyPr>
          <a:lstStyle/>
          <a:p>
            <a:pPr marL="988448">
              <a:lnSpc>
                <a:spcPts val="2582"/>
              </a:lnSpc>
            </a:pPr>
            <a:r>
              <a:rPr sz="3600" b="1" spc="-14" dirty="0">
                <a:latin typeface="Cambria"/>
                <a:cs typeface="Cambria"/>
              </a:rPr>
              <a:t>1)</a:t>
            </a:r>
            <a:r>
              <a:rPr sz="3600" b="1" spc="-219" dirty="0">
                <a:latin typeface="Cambria"/>
                <a:cs typeface="Cambria"/>
              </a:rPr>
              <a:t> </a:t>
            </a:r>
            <a:r>
              <a:rPr sz="3200" b="1" spc="-14" dirty="0">
                <a:latin typeface="Cambria"/>
                <a:cs typeface="Cambria"/>
              </a:rPr>
              <a:t>Proximity</a:t>
            </a:r>
            <a:endParaRPr sz="3200" dirty="0">
              <a:latin typeface="Cambria"/>
              <a:cs typeface="Cambria"/>
            </a:endParaRPr>
          </a:p>
          <a:p>
            <a:pPr>
              <a:spcBef>
                <a:spcPts val="1301"/>
              </a:spcBef>
            </a:pPr>
            <a:endParaRPr sz="3200" dirty="0">
              <a:latin typeface="Cambria"/>
              <a:cs typeface="Cambria"/>
            </a:endParaRPr>
          </a:p>
          <a:p>
            <a:pPr marL="17972"/>
            <a:r>
              <a:rPr sz="3200" dirty="0">
                <a:latin typeface="Cambria"/>
                <a:cs typeface="Cambria"/>
              </a:rPr>
              <a:t>What</a:t>
            </a:r>
            <a:r>
              <a:rPr sz="3200" spc="-35" dirty="0">
                <a:latin typeface="Cambria"/>
                <a:cs typeface="Cambria"/>
              </a:rPr>
              <a:t> </a:t>
            </a:r>
            <a:r>
              <a:rPr sz="3200" dirty="0">
                <a:latin typeface="Cambria"/>
                <a:cs typeface="Cambria"/>
              </a:rPr>
              <a:t>we</a:t>
            </a:r>
            <a:r>
              <a:rPr sz="3200" spc="-21" dirty="0">
                <a:latin typeface="Cambria"/>
                <a:cs typeface="Cambria"/>
              </a:rPr>
              <a:t> </a:t>
            </a:r>
            <a:r>
              <a:rPr sz="3200" spc="-14" dirty="0">
                <a:latin typeface="Cambria"/>
                <a:cs typeface="Cambria"/>
              </a:rPr>
              <a:t>mentioned</a:t>
            </a:r>
            <a:r>
              <a:rPr sz="3200" spc="-50" dirty="0">
                <a:latin typeface="Cambria"/>
                <a:cs typeface="Cambria"/>
              </a:rPr>
              <a:t> </a:t>
            </a:r>
            <a:r>
              <a:rPr sz="3200" dirty="0">
                <a:latin typeface="Cambria"/>
                <a:cs typeface="Cambria"/>
              </a:rPr>
              <a:t>early</a:t>
            </a:r>
            <a:r>
              <a:rPr sz="3200" spc="-14" dirty="0">
                <a:latin typeface="Cambria"/>
                <a:cs typeface="Cambria"/>
              </a:rPr>
              <a:t> </a:t>
            </a:r>
            <a:r>
              <a:rPr sz="3200" dirty="0">
                <a:latin typeface="Cambria"/>
                <a:cs typeface="Cambria"/>
              </a:rPr>
              <a:t>about</a:t>
            </a:r>
            <a:r>
              <a:rPr sz="3200" spc="-28" dirty="0">
                <a:latin typeface="Cambria"/>
                <a:cs typeface="Cambria"/>
              </a:rPr>
              <a:t> </a:t>
            </a:r>
            <a:r>
              <a:rPr sz="3200" dirty="0">
                <a:latin typeface="Cambria"/>
                <a:cs typeface="Cambria"/>
              </a:rPr>
              <a:t>Proximity</a:t>
            </a:r>
            <a:r>
              <a:rPr sz="3200" spc="-28" dirty="0">
                <a:latin typeface="Cambria"/>
                <a:cs typeface="Cambria"/>
              </a:rPr>
              <a:t> </a:t>
            </a:r>
            <a:r>
              <a:rPr sz="3200" dirty="0">
                <a:latin typeface="Cambria"/>
                <a:cs typeface="Cambria"/>
              </a:rPr>
              <a:t>in</a:t>
            </a:r>
            <a:r>
              <a:rPr sz="3200" spc="-43" dirty="0">
                <a:latin typeface="Cambria"/>
                <a:cs typeface="Cambria"/>
              </a:rPr>
              <a:t> </a:t>
            </a:r>
            <a:r>
              <a:rPr sz="3200" dirty="0">
                <a:latin typeface="Cambria"/>
                <a:cs typeface="Cambria"/>
              </a:rPr>
              <a:t>Gestalt</a:t>
            </a:r>
            <a:r>
              <a:rPr sz="3200" spc="-28" dirty="0">
                <a:latin typeface="Cambria"/>
                <a:cs typeface="Cambria"/>
              </a:rPr>
              <a:t> </a:t>
            </a:r>
            <a:r>
              <a:rPr sz="3200" dirty="0">
                <a:latin typeface="Cambria"/>
                <a:cs typeface="Cambria"/>
              </a:rPr>
              <a:t>principles</a:t>
            </a:r>
            <a:r>
              <a:rPr sz="3200" spc="-28" dirty="0">
                <a:latin typeface="Cambria"/>
                <a:cs typeface="Cambria"/>
              </a:rPr>
              <a:t> </a:t>
            </a:r>
            <a:r>
              <a:rPr sz="3200" dirty="0">
                <a:latin typeface="Cambria"/>
                <a:cs typeface="Cambria"/>
              </a:rPr>
              <a:t>applies</a:t>
            </a:r>
            <a:r>
              <a:rPr sz="3200" spc="-35" dirty="0">
                <a:latin typeface="Cambria"/>
                <a:cs typeface="Cambria"/>
              </a:rPr>
              <a:t> </a:t>
            </a:r>
            <a:r>
              <a:rPr sz="3200" dirty="0">
                <a:latin typeface="Cambria"/>
                <a:cs typeface="Cambria"/>
              </a:rPr>
              <a:t>here</a:t>
            </a:r>
            <a:r>
              <a:rPr sz="3200" spc="-43" dirty="0">
                <a:latin typeface="Cambria"/>
                <a:cs typeface="Cambria"/>
              </a:rPr>
              <a:t> </a:t>
            </a:r>
            <a:r>
              <a:rPr sz="3200" spc="-14" dirty="0">
                <a:latin typeface="Cambria"/>
                <a:cs typeface="Cambria"/>
              </a:rPr>
              <a:t>also.</a:t>
            </a:r>
            <a:endParaRPr sz="3200" dirty="0">
              <a:latin typeface="Cambria"/>
              <a:cs typeface="Cambria"/>
            </a:endParaRPr>
          </a:p>
        </p:txBody>
      </p:sp>
      <p:sp>
        <p:nvSpPr>
          <p:cNvPr id="4" name="object 4"/>
          <p:cNvSpPr txBox="1"/>
          <p:nvPr/>
        </p:nvSpPr>
        <p:spPr>
          <a:xfrm>
            <a:off x="526590" y="4784782"/>
            <a:ext cx="12725400" cy="4964692"/>
          </a:xfrm>
          <a:prstGeom prst="rect">
            <a:avLst/>
          </a:prstGeom>
        </p:spPr>
        <p:txBody>
          <a:bodyPr vert="horz" wrap="square" lIns="0" tIns="0" rIns="0" bIns="0" rtlCol="0">
            <a:spAutoFit/>
          </a:bodyPr>
          <a:lstStyle/>
          <a:p>
            <a:pPr marL="988448">
              <a:lnSpc>
                <a:spcPts val="2582"/>
              </a:lnSpc>
            </a:pPr>
            <a:r>
              <a:rPr sz="3600" b="1" spc="-14" dirty="0">
                <a:latin typeface="Cambria"/>
                <a:cs typeface="Cambria"/>
              </a:rPr>
              <a:t>2)</a:t>
            </a:r>
            <a:r>
              <a:rPr sz="3600" b="1" spc="-219" dirty="0">
                <a:latin typeface="Cambria"/>
                <a:cs typeface="Cambria"/>
              </a:rPr>
              <a:t> </a:t>
            </a:r>
            <a:r>
              <a:rPr sz="3200" b="1" spc="-14" dirty="0">
                <a:latin typeface="Cambria"/>
                <a:cs typeface="Cambria"/>
              </a:rPr>
              <a:t>alignment</a:t>
            </a:r>
            <a:endParaRPr sz="3200" dirty="0">
              <a:latin typeface="Cambria"/>
              <a:cs typeface="Cambria"/>
            </a:endParaRPr>
          </a:p>
          <a:p>
            <a:pPr>
              <a:spcBef>
                <a:spcPts val="977"/>
              </a:spcBef>
            </a:pPr>
            <a:endParaRPr sz="3200" dirty="0">
              <a:latin typeface="Cambria"/>
              <a:cs typeface="Cambria"/>
            </a:endParaRPr>
          </a:p>
          <a:p>
            <a:pPr marL="17972" marR="190501">
              <a:lnSpc>
                <a:spcPct val="112900"/>
              </a:lnSpc>
            </a:pPr>
            <a:r>
              <a:rPr sz="3200" dirty="0">
                <a:latin typeface="Cambria"/>
                <a:cs typeface="Cambria"/>
              </a:rPr>
              <a:t>In</a:t>
            </a:r>
            <a:r>
              <a:rPr sz="3200" spc="-43" dirty="0">
                <a:latin typeface="Cambria"/>
                <a:cs typeface="Cambria"/>
              </a:rPr>
              <a:t> </a:t>
            </a:r>
            <a:r>
              <a:rPr sz="3200" dirty="0">
                <a:latin typeface="Cambria"/>
                <a:cs typeface="Cambria"/>
              </a:rPr>
              <a:t>website</a:t>
            </a:r>
            <a:r>
              <a:rPr sz="3200" spc="-56" dirty="0">
                <a:latin typeface="Cambria"/>
                <a:cs typeface="Cambria"/>
              </a:rPr>
              <a:t> </a:t>
            </a:r>
            <a:r>
              <a:rPr sz="3200" dirty="0">
                <a:latin typeface="Cambria"/>
                <a:cs typeface="Cambria"/>
              </a:rPr>
              <a:t>homepage</a:t>
            </a:r>
            <a:r>
              <a:rPr sz="3200" spc="-21" dirty="0">
                <a:latin typeface="Cambria"/>
                <a:cs typeface="Cambria"/>
              </a:rPr>
              <a:t> </a:t>
            </a:r>
            <a:r>
              <a:rPr sz="3200" dirty="0">
                <a:latin typeface="Cambria"/>
                <a:cs typeface="Cambria"/>
              </a:rPr>
              <a:t>,</a:t>
            </a:r>
            <a:r>
              <a:rPr sz="3200" spc="-43" dirty="0">
                <a:latin typeface="Cambria"/>
                <a:cs typeface="Cambria"/>
              </a:rPr>
              <a:t> </a:t>
            </a:r>
            <a:r>
              <a:rPr sz="3200" dirty="0">
                <a:latin typeface="Cambria"/>
                <a:cs typeface="Cambria"/>
              </a:rPr>
              <a:t>the</a:t>
            </a:r>
            <a:r>
              <a:rPr sz="3200" spc="-50" dirty="0">
                <a:latin typeface="Cambria"/>
                <a:cs typeface="Cambria"/>
              </a:rPr>
              <a:t> </a:t>
            </a:r>
            <a:r>
              <a:rPr sz="3200" dirty="0">
                <a:latin typeface="Cambria"/>
                <a:cs typeface="Cambria"/>
              </a:rPr>
              <a:t>layout</a:t>
            </a:r>
            <a:r>
              <a:rPr sz="3200" spc="-43" dirty="0">
                <a:latin typeface="Cambria"/>
                <a:cs typeface="Cambria"/>
              </a:rPr>
              <a:t> </a:t>
            </a:r>
            <a:r>
              <a:rPr sz="3200" dirty="0">
                <a:latin typeface="Cambria"/>
                <a:cs typeface="Cambria"/>
              </a:rPr>
              <a:t>is</a:t>
            </a:r>
            <a:r>
              <a:rPr sz="3200" spc="-56" dirty="0">
                <a:latin typeface="Cambria"/>
                <a:cs typeface="Cambria"/>
              </a:rPr>
              <a:t> </a:t>
            </a:r>
            <a:r>
              <a:rPr sz="3200" dirty="0">
                <a:latin typeface="Cambria"/>
                <a:cs typeface="Cambria"/>
              </a:rPr>
              <a:t>cluttered</a:t>
            </a:r>
            <a:r>
              <a:rPr sz="3200" spc="-35" dirty="0">
                <a:latin typeface="Cambria"/>
                <a:cs typeface="Cambria"/>
              </a:rPr>
              <a:t> </a:t>
            </a:r>
            <a:r>
              <a:rPr sz="3200" dirty="0">
                <a:latin typeface="Cambria"/>
                <a:cs typeface="Cambria"/>
              </a:rPr>
              <a:t>with</a:t>
            </a:r>
            <a:r>
              <a:rPr sz="3200" spc="-35" dirty="0">
                <a:latin typeface="Cambria"/>
                <a:cs typeface="Cambria"/>
              </a:rPr>
              <a:t> </a:t>
            </a:r>
            <a:r>
              <a:rPr sz="3200" dirty="0">
                <a:latin typeface="Cambria"/>
                <a:cs typeface="Cambria"/>
              </a:rPr>
              <a:t>misaligned</a:t>
            </a:r>
            <a:r>
              <a:rPr sz="3200" spc="-35" dirty="0">
                <a:latin typeface="Cambria"/>
                <a:cs typeface="Cambria"/>
              </a:rPr>
              <a:t> </a:t>
            </a:r>
            <a:r>
              <a:rPr sz="3200" dirty="0">
                <a:latin typeface="Cambria"/>
                <a:cs typeface="Cambria"/>
              </a:rPr>
              <a:t>elements,</a:t>
            </a:r>
            <a:r>
              <a:rPr sz="3200" spc="-56" dirty="0">
                <a:latin typeface="Cambria"/>
                <a:cs typeface="Cambria"/>
              </a:rPr>
              <a:t> </a:t>
            </a:r>
            <a:r>
              <a:rPr sz="3200" dirty="0">
                <a:latin typeface="Cambria"/>
                <a:cs typeface="Cambria"/>
              </a:rPr>
              <a:t>creating</a:t>
            </a:r>
            <a:r>
              <a:rPr sz="3200" spc="-56" dirty="0">
                <a:latin typeface="Cambria"/>
                <a:cs typeface="Cambria"/>
              </a:rPr>
              <a:t> </a:t>
            </a:r>
            <a:r>
              <a:rPr sz="3200" spc="-71" dirty="0">
                <a:latin typeface="Cambria"/>
                <a:cs typeface="Cambria"/>
              </a:rPr>
              <a:t>a </a:t>
            </a:r>
            <a:r>
              <a:rPr sz="3200" dirty="0">
                <a:latin typeface="Cambria"/>
                <a:cs typeface="Cambria"/>
              </a:rPr>
              <a:t>chaotic</a:t>
            </a:r>
            <a:r>
              <a:rPr sz="3200" spc="-35" dirty="0">
                <a:latin typeface="Cambria"/>
                <a:cs typeface="Cambria"/>
              </a:rPr>
              <a:t> </a:t>
            </a:r>
            <a:r>
              <a:rPr sz="3200" dirty="0">
                <a:latin typeface="Cambria"/>
                <a:cs typeface="Cambria"/>
              </a:rPr>
              <a:t>appearance</a:t>
            </a:r>
            <a:r>
              <a:rPr sz="3200" spc="-43" dirty="0">
                <a:latin typeface="Cambria"/>
                <a:cs typeface="Cambria"/>
              </a:rPr>
              <a:t> </a:t>
            </a:r>
            <a:r>
              <a:rPr sz="3200" dirty="0">
                <a:latin typeface="Cambria"/>
                <a:cs typeface="Cambria"/>
              </a:rPr>
              <a:t>and</a:t>
            </a:r>
            <a:r>
              <a:rPr sz="3200" spc="-35" dirty="0">
                <a:latin typeface="Cambria"/>
                <a:cs typeface="Cambria"/>
              </a:rPr>
              <a:t> </a:t>
            </a:r>
            <a:r>
              <a:rPr sz="3200" dirty="0">
                <a:latin typeface="Cambria"/>
                <a:cs typeface="Cambria"/>
              </a:rPr>
              <a:t>making</a:t>
            </a:r>
            <a:r>
              <a:rPr sz="3200" spc="-43" dirty="0">
                <a:latin typeface="Cambria"/>
                <a:cs typeface="Cambria"/>
              </a:rPr>
              <a:t> </a:t>
            </a:r>
            <a:r>
              <a:rPr sz="3200" dirty="0">
                <a:latin typeface="Cambria"/>
                <a:cs typeface="Cambria"/>
              </a:rPr>
              <a:t>it</a:t>
            </a:r>
            <a:r>
              <a:rPr sz="3200" spc="-50" dirty="0">
                <a:latin typeface="Cambria"/>
                <a:cs typeface="Cambria"/>
              </a:rPr>
              <a:t> </a:t>
            </a:r>
            <a:r>
              <a:rPr sz="3200" dirty="0">
                <a:latin typeface="Cambria"/>
                <a:cs typeface="Cambria"/>
              </a:rPr>
              <a:t>difficult</a:t>
            </a:r>
            <a:r>
              <a:rPr sz="3200" spc="-21" dirty="0">
                <a:latin typeface="Cambria"/>
                <a:cs typeface="Cambria"/>
              </a:rPr>
              <a:t> </a:t>
            </a:r>
            <a:r>
              <a:rPr sz="3200" dirty="0">
                <a:latin typeface="Cambria"/>
                <a:cs typeface="Cambria"/>
              </a:rPr>
              <a:t>for</a:t>
            </a:r>
            <a:r>
              <a:rPr sz="3200" spc="-56" dirty="0">
                <a:latin typeface="Cambria"/>
                <a:cs typeface="Cambria"/>
              </a:rPr>
              <a:t> </a:t>
            </a:r>
            <a:r>
              <a:rPr sz="3200" dirty="0">
                <a:latin typeface="Cambria"/>
                <a:cs typeface="Cambria"/>
              </a:rPr>
              <a:t>users</a:t>
            </a:r>
            <a:r>
              <a:rPr sz="3200" spc="-35" dirty="0">
                <a:latin typeface="Cambria"/>
                <a:cs typeface="Cambria"/>
              </a:rPr>
              <a:t> </a:t>
            </a:r>
            <a:r>
              <a:rPr sz="3200" dirty="0">
                <a:latin typeface="Cambria"/>
                <a:cs typeface="Cambria"/>
              </a:rPr>
              <a:t>to</a:t>
            </a:r>
            <a:r>
              <a:rPr sz="3200" spc="-35" dirty="0">
                <a:latin typeface="Cambria"/>
                <a:cs typeface="Cambria"/>
              </a:rPr>
              <a:t> </a:t>
            </a:r>
            <a:r>
              <a:rPr sz="3200" dirty="0">
                <a:latin typeface="Cambria"/>
                <a:cs typeface="Cambria"/>
              </a:rPr>
              <a:t>follow</a:t>
            </a:r>
            <a:r>
              <a:rPr sz="3200" spc="-35" dirty="0">
                <a:latin typeface="Cambria"/>
                <a:cs typeface="Cambria"/>
              </a:rPr>
              <a:t> </a:t>
            </a:r>
            <a:r>
              <a:rPr sz="3200" dirty="0">
                <a:latin typeface="Cambria"/>
                <a:cs typeface="Cambria"/>
              </a:rPr>
              <a:t>the</a:t>
            </a:r>
            <a:r>
              <a:rPr sz="3200" spc="-28" dirty="0">
                <a:latin typeface="Cambria"/>
                <a:cs typeface="Cambria"/>
              </a:rPr>
              <a:t> </a:t>
            </a:r>
            <a:r>
              <a:rPr sz="3200" dirty="0">
                <a:latin typeface="Cambria"/>
                <a:cs typeface="Cambria"/>
              </a:rPr>
              <a:t>content</a:t>
            </a:r>
            <a:r>
              <a:rPr sz="3200" spc="-50" dirty="0">
                <a:latin typeface="Cambria"/>
                <a:cs typeface="Cambria"/>
              </a:rPr>
              <a:t> </a:t>
            </a:r>
            <a:r>
              <a:rPr sz="3200" spc="-14" dirty="0">
                <a:latin typeface="Cambria"/>
                <a:cs typeface="Cambria"/>
              </a:rPr>
              <a:t>flow.</a:t>
            </a:r>
            <a:endParaRPr sz="3200" dirty="0">
              <a:latin typeface="Cambria"/>
              <a:cs typeface="Cambria"/>
            </a:endParaRPr>
          </a:p>
          <a:p>
            <a:pPr marL="17972" marR="7189">
              <a:lnSpc>
                <a:spcPct val="112400"/>
              </a:lnSpc>
              <a:spcBef>
                <a:spcPts val="1406"/>
              </a:spcBef>
            </a:pPr>
            <a:r>
              <a:rPr sz="3200" dirty="0">
                <a:latin typeface="Cambria"/>
                <a:cs typeface="Cambria"/>
              </a:rPr>
              <a:t>We</a:t>
            </a:r>
            <a:r>
              <a:rPr sz="3200" spc="-35" dirty="0">
                <a:latin typeface="Cambria"/>
                <a:cs typeface="Cambria"/>
              </a:rPr>
              <a:t> </a:t>
            </a:r>
            <a:r>
              <a:rPr sz="3200" dirty="0">
                <a:latin typeface="Cambria"/>
                <a:cs typeface="Cambria"/>
              </a:rPr>
              <a:t>redesign</a:t>
            </a:r>
            <a:r>
              <a:rPr sz="3200" spc="-43" dirty="0">
                <a:latin typeface="Cambria"/>
                <a:cs typeface="Cambria"/>
              </a:rPr>
              <a:t> </a:t>
            </a:r>
            <a:r>
              <a:rPr sz="3200" dirty="0">
                <a:latin typeface="Cambria"/>
                <a:cs typeface="Cambria"/>
              </a:rPr>
              <a:t>to</a:t>
            </a:r>
            <a:r>
              <a:rPr sz="3200" spc="-28" dirty="0">
                <a:latin typeface="Cambria"/>
                <a:cs typeface="Cambria"/>
              </a:rPr>
              <a:t> </a:t>
            </a:r>
            <a:r>
              <a:rPr sz="3200" dirty="0">
                <a:latin typeface="Cambria"/>
                <a:cs typeface="Cambria"/>
              </a:rPr>
              <a:t>make</a:t>
            </a:r>
            <a:r>
              <a:rPr sz="3200" spc="-28" dirty="0">
                <a:latin typeface="Cambria"/>
                <a:cs typeface="Cambria"/>
              </a:rPr>
              <a:t> </a:t>
            </a:r>
            <a:r>
              <a:rPr sz="3200" dirty="0">
                <a:latin typeface="Cambria"/>
                <a:cs typeface="Cambria"/>
              </a:rPr>
              <a:t>the</a:t>
            </a:r>
            <a:r>
              <a:rPr sz="3200" spc="-28" dirty="0">
                <a:latin typeface="Cambria"/>
                <a:cs typeface="Cambria"/>
              </a:rPr>
              <a:t> </a:t>
            </a:r>
            <a:r>
              <a:rPr sz="3200" dirty="0">
                <a:latin typeface="Cambria"/>
                <a:cs typeface="Cambria"/>
              </a:rPr>
              <a:t>design</a:t>
            </a:r>
            <a:r>
              <a:rPr sz="3200" spc="-28" dirty="0">
                <a:latin typeface="Cambria"/>
                <a:cs typeface="Cambria"/>
              </a:rPr>
              <a:t> </a:t>
            </a:r>
            <a:r>
              <a:rPr sz="3200" dirty="0">
                <a:latin typeface="Cambria"/>
                <a:cs typeface="Cambria"/>
              </a:rPr>
              <a:t>aligns</a:t>
            </a:r>
            <a:r>
              <a:rPr sz="3200" spc="-43" dirty="0">
                <a:latin typeface="Cambria"/>
                <a:cs typeface="Cambria"/>
              </a:rPr>
              <a:t> </a:t>
            </a:r>
            <a:r>
              <a:rPr sz="3200" dirty="0">
                <a:latin typeface="Cambria"/>
                <a:cs typeface="Cambria"/>
              </a:rPr>
              <a:t>elements</a:t>
            </a:r>
            <a:r>
              <a:rPr sz="3200" spc="-56" dirty="0">
                <a:latin typeface="Cambria"/>
                <a:cs typeface="Cambria"/>
              </a:rPr>
              <a:t> </a:t>
            </a:r>
            <a:r>
              <a:rPr sz="3200" dirty="0">
                <a:latin typeface="Cambria"/>
                <a:cs typeface="Cambria"/>
              </a:rPr>
              <a:t>consistently</a:t>
            </a:r>
            <a:r>
              <a:rPr sz="3200" spc="-28" dirty="0">
                <a:latin typeface="Cambria"/>
                <a:cs typeface="Cambria"/>
              </a:rPr>
              <a:t> </a:t>
            </a:r>
            <a:r>
              <a:rPr sz="3200" dirty="0">
                <a:latin typeface="Cambria"/>
                <a:cs typeface="Cambria"/>
              </a:rPr>
              <a:t>into</a:t>
            </a:r>
            <a:r>
              <a:rPr sz="3200" spc="-28" dirty="0">
                <a:latin typeface="Cambria"/>
                <a:cs typeface="Cambria"/>
              </a:rPr>
              <a:t> </a:t>
            </a:r>
            <a:r>
              <a:rPr sz="3200" dirty="0">
                <a:latin typeface="Cambria"/>
                <a:cs typeface="Cambria"/>
              </a:rPr>
              <a:t>clear</a:t>
            </a:r>
            <a:r>
              <a:rPr sz="3200" spc="-28" dirty="0">
                <a:latin typeface="Cambria"/>
                <a:cs typeface="Cambria"/>
              </a:rPr>
              <a:t> </a:t>
            </a:r>
            <a:r>
              <a:rPr sz="3200" dirty="0">
                <a:latin typeface="Cambria"/>
                <a:cs typeface="Cambria"/>
              </a:rPr>
              <a:t>rows</a:t>
            </a:r>
            <a:r>
              <a:rPr sz="3200" spc="-56" dirty="0">
                <a:latin typeface="Cambria"/>
                <a:cs typeface="Cambria"/>
              </a:rPr>
              <a:t> </a:t>
            </a:r>
            <a:r>
              <a:rPr sz="3200" spc="-35" dirty="0">
                <a:latin typeface="Cambria"/>
                <a:cs typeface="Cambria"/>
              </a:rPr>
              <a:t>and </a:t>
            </a:r>
            <a:r>
              <a:rPr sz="3200" dirty="0">
                <a:latin typeface="Cambria"/>
                <a:cs typeface="Cambria"/>
              </a:rPr>
              <a:t>columns.</a:t>
            </a:r>
            <a:r>
              <a:rPr sz="3200" spc="-50" dirty="0">
                <a:latin typeface="Cambria"/>
                <a:cs typeface="Cambria"/>
              </a:rPr>
              <a:t> </a:t>
            </a:r>
            <a:r>
              <a:rPr sz="3200" dirty="0">
                <a:latin typeface="Cambria"/>
                <a:cs typeface="Cambria"/>
              </a:rPr>
              <a:t>This</a:t>
            </a:r>
            <a:r>
              <a:rPr sz="3200" spc="-50" dirty="0">
                <a:latin typeface="Cambria"/>
                <a:cs typeface="Cambria"/>
              </a:rPr>
              <a:t> </a:t>
            </a:r>
            <a:r>
              <a:rPr sz="3200" dirty="0">
                <a:latin typeface="Cambria"/>
                <a:cs typeface="Cambria"/>
              </a:rPr>
              <a:t>alignment</a:t>
            </a:r>
            <a:r>
              <a:rPr sz="3200" spc="-43" dirty="0">
                <a:latin typeface="Cambria"/>
                <a:cs typeface="Cambria"/>
              </a:rPr>
              <a:t> </a:t>
            </a:r>
            <a:r>
              <a:rPr sz="3200" dirty="0">
                <a:latin typeface="Cambria"/>
                <a:cs typeface="Cambria"/>
              </a:rPr>
              <a:t>enhances</a:t>
            </a:r>
            <a:r>
              <a:rPr sz="3200" spc="-56" dirty="0">
                <a:latin typeface="Cambria"/>
                <a:cs typeface="Cambria"/>
              </a:rPr>
              <a:t> </a:t>
            </a:r>
            <a:r>
              <a:rPr sz="3200" dirty="0">
                <a:latin typeface="Cambria"/>
                <a:cs typeface="Cambria"/>
              </a:rPr>
              <a:t>visual</a:t>
            </a:r>
            <a:r>
              <a:rPr sz="3200" spc="-50" dirty="0">
                <a:latin typeface="Cambria"/>
                <a:cs typeface="Cambria"/>
              </a:rPr>
              <a:t> </a:t>
            </a:r>
            <a:r>
              <a:rPr sz="3200" dirty="0">
                <a:latin typeface="Cambria"/>
                <a:cs typeface="Cambria"/>
              </a:rPr>
              <a:t>hierarchy</a:t>
            </a:r>
            <a:r>
              <a:rPr sz="3200" spc="-43" dirty="0">
                <a:latin typeface="Cambria"/>
                <a:cs typeface="Cambria"/>
              </a:rPr>
              <a:t> </a:t>
            </a:r>
            <a:r>
              <a:rPr sz="3200" dirty="0">
                <a:latin typeface="Cambria"/>
                <a:cs typeface="Cambria"/>
              </a:rPr>
              <a:t>and</a:t>
            </a:r>
            <a:r>
              <a:rPr sz="3200" spc="-71" dirty="0">
                <a:latin typeface="Cambria"/>
                <a:cs typeface="Cambria"/>
              </a:rPr>
              <a:t> </a:t>
            </a:r>
            <a:r>
              <a:rPr sz="3200" spc="-14" dirty="0">
                <a:latin typeface="Cambria"/>
                <a:cs typeface="Cambria"/>
              </a:rPr>
              <a:t>organization,</a:t>
            </a:r>
            <a:r>
              <a:rPr sz="3200" spc="-43" dirty="0">
                <a:latin typeface="Cambria"/>
                <a:cs typeface="Cambria"/>
              </a:rPr>
              <a:t> </a:t>
            </a:r>
            <a:r>
              <a:rPr sz="3200" dirty="0">
                <a:latin typeface="Cambria"/>
                <a:cs typeface="Cambria"/>
              </a:rPr>
              <a:t>guiding</a:t>
            </a:r>
            <a:r>
              <a:rPr sz="3200" spc="-50" dirty="0">
                <a:latin typeface="Cambria"/>
                <a:cs typeface="Cambria"/>
              </a:rPr>
              <a:t> </a:t>
            </a:r>
            <a:r>
              <a:rPr sz="3200" spc="-14" dirty="0">
                <a:latin typeface="Cambria"/>
                <a:cs typeface="Cambria"/>
              </a:rPr>
              <a:t>users' </a:t>
            </a:r>
            <a:r>
              <a:rPr sz="3200" dirty="0">
                <a:latin typeface="Cambria"/>
                <a:cs typeface="Cambria"/>
              </a:rPr>
              <a:t>eyes</a:t>
            </a:r>
            <a:r>
              <a:rPr sz="3200" spc="-35" dirty="0">
                <a:latin typeface="Cambria"/>
                <a:cs typeface="Cambria"/>
              </a:rPr>
              <a:t> </a:t>
            </a:r>
            <a:r>
              <a:rPr sz="3200" dirty="0">
                <a:latin typeface="Cambria"/>
                <a:cs typeface="Cambria"/>
              </a:rPr>
              <a:t>smoothly</a:t>
            </a:r>
            <a:r>
              <a:rPr sz="3200" spc="-35" dirty="0">
                <a:latin typeface="Cambria"/>
                <a:cs typeface="Cambria"/>
              </a:rPr>
              <a:t> </a:t>
            </a:r>
            <a:r>
              <a:rPr sz="3200" dirty="0">
                <a:latin typeface="Cambria"/>
                <a:cs typeface="Cambria"/>
              </a:rPr>
              <a:t>through</a:t>
            </a:r>
            <a:r>
              <a:rPr sz="3200" spc="-35" dirty="0">
                <a:latin typeface="Cambria"/>
                <a:cs typeface="Cambria"/>
              </a:rPr>
              <a:t> </a:t>
            </a:r>
            <a:r>
              <a:rPr sz="3200" dirty="0">
                <a:latin typeface="Cambria"/>
                <a:cs typeface="Cambria"/>
              </a:rPr>
              <a:t>the</a:t>
            </a:r>
            <a:r>
              <a:rPr sz="3200" spc="-21" dirty="0">
                <a:latin typeface="Cambria"/>
                <a:cs typeface="Cambria"/>
              </a:rPr>
              <a:t> </a:t>
            </a:r>
            <a:r>
              <a:rPr sz="3200" dirty="0">
                <a:latin typeface="Cambria"/>
                <a:cs typeface="Cambria"/>
              </a:rPr>
              <a:t>content</a:t>
            </a:r>
            <a:r>
              <a:rPr sz="3200" spc="-43" dirty="0">
                <a:latin typeface="Cambria"/>
                <a:cs typeface="Cambria"/>
              </a:rPr>
              <a:t> </a:t>
            </a:r>
            <a:r>
              <a:rPr sz="3200" dirty="0">
                <a:latin typeface="Cambria"/>
                <a:cs typeface="Cambria"/>
              </a:rPr>
              <a:t>and</a:t>
            </a:r>
            <a:r>
              <a:rPr sz="3200" spc="-43" dirty="0">
                <a:latin typeface="Cambria"/>
                <a:cs typeface="Cambria"/>
              </a:rPr>
              <a:t> </a:t>
            </a:r>
            <a:r>
              <a:rPr sz="3200" dirty="0">
                <a:latin typeface="Cambria"/>
                <a:cs typeface="Cambria"/>
              </a:rPr>
              <a:t>improving</a:t>
            </a:r>
            <a:r>
              <a:rPr sz="3200" spc="-21" dirty="0">
                <a:latin typeface="Cambria"/>
                <a:cs typeface="Cambria"/>
              </a:rPr>
              <a:t> </a:t>
            </a:r>
            <a:r>
              <a:rPr sz="3200" dirty="0">
                <a:latin typeface="Cambria"/>
                <a:cs typeface="Cambria"/>
              </a:rPr>
              <a:t>overall</a:t>
            </a:r>
            <a:r>
              <a:rPr sz="3200" spc="-28" dirty="0">
                <a:latin typeface="Cambria"/>
                <a:cs typeface="Cambria"/>
              </a:rPr>
              <a:t> </a:t>
            </a:r>
            <a:r>
              <a:rPr sz="3200" spc="-14" dirty="0">
                <a:latin typeface="Cambria"/>
                <a:cs typeface="Cambria"/>
              </a:rPr>
              <a:t>navigation</a:t>
            </a:r>
            <a:r>
              <a:rPr sz="3200" spc="-56" dirty="0">
                <a:latin typeface="Cambria"/>
                <a:cs typeface="Cambria"/>
              </a:rPr>
              <a:t> </a:t>
            </a:r>
            <a:r>
              <a:rPr sz="3200" dirty="0">
                <a:latin typeface="Cambria"/>
                <a:cs typeface="Cambria"/>
              </a:rPr>
              <a:t>and</a:t>
            </a:r>
            <a:r>
              <a:rPr sz="3200" spc="-35" dirty="0">
                <a:latin typeface="Cambria"/>
                <a:cs typeface="Cambria"/>
              </a:rPr>
              <a:t> </a:t>
            </a:r>
            <a:r>
              <a:rPr sz="3200" spc="-28" dirty="0">
                <a:latin typeface="Cambria"/>
                <a:cs typeface="Cambria"/>
              </a:rPr>
              <a:t>user </a:t>
            </a:r>
            <a:r>
              <a:rPr sz="3200" spc="-14" dirty="0">
                <a:latin typeface="Cambria"/>
                <a:cs typeface="Cambria"/>
              </a:rPr>
              <a:t>experience.</a:t>
            </a:r>
            <a:endParaRPr sz="3200" dirty="0">
              <a:latin typeface="Cambria"/>
              <a:cs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2165" y="451014"/>
            <a:ext cx="998285" cy="365668"/>
          </a:xfrm>
          <a:prstGeom prst="rect">
            <a:avLst/>
          </a:prstGeom>
        </p:spPr>
        <p:txBody>
          <a:bodyPr vert="horz" wrap="square" lIns="0" tIns="17073" rIns="0" bIns="0" rtlCol="0">
            <a:spAutoFit/>
          </a:bodyPr>
          <a:lstStyle/>
          <a:p>
            <a:pPr marL="17972">
              <a:spcBef>
                <a:spcPts val="134"/>
              </a:spcBef>
            </a:pPr>
            <a:r>
              <a:rPr sz="2264" b="1" spc="-14" dirty="0">
                <a:latin typeface="Cambria"/>
                <a:cs typeface="Cambria"/>
              </a:rPr>
              <a:t>Before:</a:t>
            </a:r>
            <a:endParaRPr sz="2264" dirty="0">
              <a:latin typeface="Cambria"/>
              <a:cs typeface="Cambria"/>
            </a:endParaRPr>
          </a:p>
        </p:txBody>
      </p:sp>
      <p:grpSp>
        <p:nvGrpSpPr>
          <p:cNvPr id="3" name="object 3"/>
          <p:cNvGrpSpPr/>
          <p:nvPr/>
        </p:nvGrpSpPr>
        <p:grpSpPr>
          <a:xfrm>
            <a:off x="1310848" y="445753"/>
            <a:ext cx="4827175" cy="10213644"/>
            <a:chOff x="1210652" y="886739"/>
            <a:chExt cx="2047875" cy="9244965"/>
          </a:xfrm>
        </p:grpSpPr>
        <p:pic>
          <p:nvPicPr>
            <p:cNvPr id="4" name="object 4"/>
            <p:cNvPicPr/>
            <p:nvPr/>
          </p:nvPicPr>
          <p:blipFill>
            <a:blip r:embed="rId2" cstate="print"/>
            <a:stretch>
              <a:fillRect/>
            </a:stretch>
          </p:blipFill>
          <p:spPr>
            <a:xfrm>
              <a:off x="1292635" y="896251"/>
              <a:ext cx="1820508" cy="9198753"/>
            </a:xfrm>
            <a:prstGeom prst="rect">
              <a:avLst/>
            </a:prstGeom>
          </p:spPr>
        </p:pic>
        <p:sp>
          <p:nvSpPr>
            <p:cNvPr id="5" name="object 5"/>
            <p:cNvSpPr/>
            <p:nvPr/>
          </p:nvSpPr>
          <p:spPr>
            <a:xfrm>
              <a:off x="1215415" y="891501"/>
              <a:ext cx="2038350" cy="9235440"/>
            </a:xfrm>
            <a:custGeom>
              <a:avLst/>
              <a:gdLst/>
              <a:ahLst/>
              <a:cxnLst/>
              <a:rect l="l" t="t" r="r" b="b"/>
              <a:pathLst>
                <a:path w="2038350" h="9235440">
                  <a:moveTo>
                    <a:pt x="0" y="9235440"/>
                  </a:moveTo>
                  <a:lnTo>
                    <a:pt x="2038350" y="9235440"/>
                  </a:lnTo>
                  <a:lnTo>
                    <a:pt x="2038350" y="0"/>
                  </a:lnTo>
                  <a:lnTo>
                    <a:pt x="0" y="0"/>
                  </a:lnTo>
                  <a:lnTo>
                    <a:pt x="0" y="9235440"/>
                  </a:lnTo>
                  <a:close/>
                </a:path>
              </a:pathLst>
            </a:custGeom>
            <a:ln w="9525">
              <a:solidFill>
                <a:srgbClr val="000000"/>
              </a:solidFill>
            </a:ln>
          </p:spPr>
          <p:txBody>
            <a:bodyPr wrap="square" lIns="0" tIns="0" rIns="0" bIns="0" rtlCol="0"/>
            <a:lstStyle/>
            <a:p>
              <a:endParaRPr/>
            </a:p>
          </p:txBody>
        </p:sp>
      </p:grpSp>
      <p:grpSp>
        <p:nvGrpSpPr>
          <p:cNvPr id="6" name="object 6"/>
          <p:cNvGrpSpPr/>
          <p:nvPr/>
        </p:nvGrpSpPr>
        <p:grpSpPr>
          <a:xfrm>
            <a:off x="7128669" y="469228"/>
            <a:ext cx="4668220" cy="10224172"/>
            <a:chOff x="3952684" y="867676"/>
            <a:chExt cx="2204720" cy="9249410"/>
          </a:xfrm>
        </p:grpSpPr>
        <p:pic>
          <p:nvPicPr>
            <p:cNvPr id="7" name="object 7"/>
            <p:cNvPicPr/>
            <p:nvPr/>
          </p:nvPicPr>
          <p:blipFill>
            <a:blip r:embed="rId3" cstate="print"/>
            <a:stretch>
              <a:fillRect/>
            </a:stretch>
          </p:blipFill>
          <p:spPr>
            <a:xfrm>
              <a:off x="3962272" y="877201"/>
              <a:ext cx="2176600" cy="9230360"/>
            </a:xfrm>
            <a:prstGeom prst="rect">
              <a:avLst/>
            </a:prstGeom>
          </p:spPr>
        </p:pic>
        <p:sp>
          <p:nvSpPr>
            <p:cNvPr id="8" name="object 8"/>
            <p:cNvSpPr/>
            <p:nvPr/>
          </p:nvSpPr>
          <p:spPr>
            <a:xfrm>
              <a:off x="3957446" y="872438"/>
              <a:ext cx="2195195" cy="9239885"/>
            </a:xfrm>
            <a:custGeom>
              <a:avLst/>
              <a:gdLst/>
              <a:ahLst/>
              <a:cxnLst/>
              <a:rect l="l" t="t" r="r" b="b"/>
              <a:pathLst>
                <a:path w="2195195" h="9239885">
                  <a:moveTo>
                    <a:pt x="0" y="9239885"/>
                  </a:moveTo>
                  <a:lnTo>
                    <a:pt x="2195195" y="9239885"/>
                  </a:lnTo>
                  <a:lnTo>
                    <a:pt x="2195195" y="0"/>
                  </a:lnTo>
                  <a:lnTo>
                    <a:pt x="0" y="0"/>
                  </a:lnTo>
                  <a:lnTo>
                    <a:pt x="0" y="9239885"/>
                  </a:lnTo>
                  <a:close/>
                </a:path>
              </a:pathLst>
            </a:custGeom>
            <a:ln w="9524">
              <a:solidFill>
                <a:srgbClr val="000000"/>
              </a:solidFill>
            </a:ln>
          </p:spPr>
          <p:txBody>
            <a:bodyPr wrap="square" lIns="0" tIns="0" rIns="0" bIns="0" rtlCol="0"/>
            <a:lstStyle/>
            <a:p>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61269" y="327622"/>
            <a:ext cx="1905000" cy="448127"/>
          </a:xfrm>
          <a:prstGeom prst="rect">
            <a:avLst/>
          </a:prstGeom>
        </p:spPr>
        <p:txBody>
          <a:bodyPr vert="horz" wrap="square" lIns="0" tIns="17073" rIns="0" bIns="0" rtlCol="0">
            <a:spAutoFit/>
          </a:bodyPr>
          <a:lstStyle/>
          <a:p>
            <a:pPr marL="17972">
              <a:spcBef>
                <a:spcPts val="134"/>
              </a:spcBef>
            </a:pPr>
            <a:r>
              <a:rPr sz="2800" b="1" spc="-14" dirty="0">
                <a:latin typeface="Cambria"/>
                <a:cs typeface="Cambria"/>
              </a:rPr>
              <a:t>After:</a:t>
            </a:r>
            <a:endParaRPr sz="2800">
              <a:latin typeface="Cambria"/>
              <a:cs typeface="Cambria"/>
            </a:endParaRPr>
          </a:p>
        </p:txBody>
      </p:sp>
      <p:grpSp>
        <p:nvGrpSpPr>
          <p:cNvPr id="4" name="object 4"/>
          <p:cNvGrpSpPr/>
          <p:nvPr/>
        </p:nvGrpSpPr>
        <p:grpSpPr>
          <a:xfrm>
            <a:off x="729626" y="927100"/>
            <a:ext cx="12798085" cy="9514824"/>
            <a:chOff x="584187" y="1070165"/>
            <a:chExt cx="6267450" cy="5013960"/>
          </a:xfrm>
        </p:grpSpPr>
        <p:pic>
          <p:nvPicPr>
            <p:cNvPr id="5" name="object 5"/>
            <p:cNvPicPr/>
            <p:nvPr/>
          </p:nvPicPr>
          <p:blipFill>
            <a:blip r:embed="rId2" cstate="print"/>
            <a:stretch>
              <a:fillRect/>
            </a:stretch>
          </p:blipFill>
          <p:spPr>
            <a:xfrm>
              <a:off x="675355" y="1079753"/>
              <a:ext cx="2909987" cy="4952804"/>
            </a:xfrm>
            <a:prstGeom prst="rect">
              <a:avLst/>
            </a:prstGeom>
          </p:spPr>
        </p:pic>
        <p:sp>
          <p:nvSpPr>
            <p:cNvPr id="6" name="object 6"/>
            <p:cNvSpPr/>
            <p:nvPr/>
          </p:nvSpPr>
          <p:spPr>
            <a:xfrm>
              <a:off x="588949" y="1074927"/>
              <a:ext cx="3082925" cy="5003165"/>
            </a:xfrm>
            <a:custGeom>
              <a:avLst/>
              <a:gdLst/>
              <a:ahLst/>
              <a:cxnLst/>
              <a:rect l="l" t="t" r="r" b="b"/>
              <a:pathLst>
                <a:path w="3082925" h="5003165">
                  <a:moveTo>
                    <a:pt x="0" y="5003165"/>
                  </a:moveTo>
                  <a:lnTo>
                    <a:pt x="3082798" y="5003165"/>
                  </a:lnTo>
                  <a:lnTo>
                    <a:pt x="3082798" y="0"/>
                  </a:lnTo>
                  <a:lnTo>
                    <a:pt x="0" y="0"/>
                  </a:lnTo>
                  <a:lnTo>
                    <a:pt x="0" y="5003165"/>
                  </a:lnTo>
                  <a:close/>
                </a:path>
              </a:pathLst>
            </a:custGeom>
            <a:ln w="9525">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3698875" y="1098803"/>
              <a:ext cx="3142996" cy="4975860"/>
            </a:xfrm>
            <a:prstGeom prst="rect">
              <a:avLst/>
            </a:prstGeom>
          </p:spPr>
        </p:pic>
        <p:sp>
          <p:nvSpPr>
            <p:cNvPr id="8" name="object 8"/>
            <p:cNvSpPr/>
            <p:nvPr/>
          </p:nvSpPr>
          <p:spPr>
            <a:xfrm>
              <a:off x="3694049" y="1093977"/>
              <a:ext cx="3152775" cy="4985385"/>
            </a:xfrm>
            <a:custGeom>
              <a:avLst/>
              <a:gdLst/>
              <a:ahLst/>
              <a:cxnLst/>
              <a:rect l="l" t="t" r="r" b="b"/>
              <a:pathLst>
                <a:path w="3152775" h="4985385">
                  <a:moveTo>
                    <a:pt x="0" y="4985384"/>
                  </a:moveTo>
                  <a:lnTo>
                    <a:pt x="3152521" y="4985384"/>
                  </a:lnTo>
                  <a:lnTo>
                    <a:pt x="3152521" y="0"/>
                  </a:lnTo>
                  <a:lnTo>
                    <a:pt x="0" y="0"/>
                  </a:lnTo>
                  <a:lnTo>
                    <a:pt x="0" y="4985384"/>
                  </a:lnTo>
                  <a:close/>
                </a:path>
              </a:pathLst>
            </a:custGeom>
            <a:ln w="9525">
              <a:solidFill>
                <a:srgbClr val="000000"/>
              </a:solidFill>
            </a:ln>
          </p:spPr>
          <p:txBody>
            <a:bodyPr wrap="square" lIns="0" tIns="0" rIns="0" bIns="0" rtlCol="0"/>
            <a:lstStyle/>
            <a:p>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957200" y="13612"/>
            <a:ext cx="1700796" cy="448127"/>
          </a:xfrm>
          <a:prstGeom prst="rect">
            <a:avLst/>
          </a:prstGeom>
        </p:spPr>
        <p:txBody>
          <a:bodyPr vert="horz" wrap="square" lIns="0" tIns="17073" rIns="0" bIns="0" rtlCol="0">
            <a:spAutoFit/>
          </a:bodyPr>
          <a:lstStyle/>
          <a:p>
            <a:pPr marL="17972">
              <a:spcBef>
                <a:spcPts val="134"/>
              </a:spcBef>
            </a:pPr>
            <a:r>
              <a:rPr sz="2800" b="1" spc="-14" dirty="0">
                <a:latin typeface="Cambria"/>
                <a:cs typeface="Cambria"/>
              </a:rPr>
              <a:t>Before:</a:t>
            </a:r>
            <a:endParaRPr sz="2800" dirty="0">
              <a:latin typeface="Cambria"/>
              <a:cs typeface="Cambria"/>
            </a:endParaRPr>
          </a:p>
        </p:txBody>
      </p:sp>
      <p:grpSp>
        <p:nvGrpSpPr>
          <p:cNvPr id="3" name="object 3"/>
          <p:cNvGrpSpPr/>
          <p:nvPr/>
        </p:nvGrpSpPr>
        <p:grpSpPr>
          <a:xfrm>
            <a:off x="6368285" y="641517"/>
            <a:ext cx="7728719" cy="9988550"/>
            <a:chOff x="1048702" y="867727"/>
            <a:chExt cx="5492115" cy="8540115"/>
          </a:xfrm>
        </p:grpSpPr>
        <p:pic>
          <p:nvPicPr>
            <p:cNvPr id="4" name="object 4"/>
            <p:cNvPicPr/>
            <p:nvPr/>
          </p:nvPicPr>
          <p:blipFill>
            <a:blip r:embed="rId2" cstate="print"/>
            <a:stretch>
              <a:fillRect/>
            </a:stretch>
          </p:blipFill>
          <p:spPr>
            <a:xfrm>
              <a:off x="1427479" y="896238"/>
              <a:ext cx="4707890" cy="8482965"/>
            </a:xfrm>
            <a:prstGeom prst="rect">
              <a:avLst/>
            </a:prstGeom>
          </p:spPr>
        </p:pic>
        <p:sp>
          <p:nvSpPr>
            <p:cNvPr id="5" name="object 5"/>
            <p:cNvSpPr/>
            <p:nvPr/>
          </p:nvSpPr>
          <p:spPr>
            <a:xfrm>
              <a:off x="1413128" y="882014"/>
              <a:ext cx="4736465" cy="8511540"/>
            </a:xfrm>
            <a:custGeom>
              <a:avLst/>
              <a:gdLst/>
              <a:ahLst/>
              <a:cxnLst/>
              <a:rect l="l" t="t" r="r" b="b"/>
              <a:pathLst>
                <a:path w="4736465" h="8511540">
                  <a:moveTo>
                    <a:pt x="0" y="8511540"/>
                  </a:moveTo>
                  <a:lnTo>
                    <a:pt x="4736465" y="8511540"/>
                  </a:lnTo>
                  <a:lnTo>
                    <a:pt x="4736465" y="0"/>
                  </a:lnTo>
                  <a:lnTo>
                    <a:pt x="0" y="0"/>
                  </a:lnTo>
                  <a:lnTo>
                    <a:pt x="0" y="8511540"/>
                  </a:lnTo>
                  <a:close/>
                </a:path>
              </a:pathLst>
            </a:custGeom>
            <a:ln w="28575">
              <a:solidFill>
                <a:srgbClr val="000000"/>
              </a:solidFill>
            </a:ln>
          </p:spPr>
          <p:txBody>
            <a:bodyPr wrap="square" lIns="0" tIns="0" rIns="0" bIns="0" rtlCol="0"/>
            <a:lstStyle/>
            <a:p>
              <a:endParaRPr/>
            </a:p>
          </p:txBody>
        </p:sp>
        <p:sp>
          <p:nvSpPr>
            <p:cNvPr id="6" name="object 6"/>
            <p:cNvSpPr/>
            <p:nvPr/>
          </p:nvSpPr>
          <p:spPr>
            <a:xfrm>
              <a:off x="1062989" y="7086853"/>
              <a:ext cx="5463540" cy="868680"/>
            </a:xfrm>
            <a:custGeom>
              <a:avLst/>
              <a:gdLst/>
              <a:ahLst/>
              <a:cxnLst/>
              <a:rect l="l" t="t" r="r" b="b"/>
              <a:pathLst>
                <a:path w="5463540" h="868679">
                  <a:moveTo>
                    <a:pt x="0" y="868679"/>
                  </a:moveTo>
                  <a:lnTo>
                    <a:pt x="5463540" y="868679"/>
                  </a:lnTo>
                  <a:lnTo>
                    <a:pt x="5463540" y="0"/>
                  </a:lnTo>
                  <a:lnTo>
                    <a:pt x="0" y="0"/>
                  </a:lnTo>
                  <a:lnTo>
                    <a:pt x="0" y="868679"/>
                  </a:lnTo>
                  <a:close/>
                </a:path>
              </a:pathLst>
            </a:custGeom>
            <a:ln w="28575">
              <a:solidFill>
                <a:srgbClr val="FF0000"/>
              </a:solidFill>
            </a:ln>
          </p:spPr>
          <p:txBody>
            <a:bodyPr wrap="square" lIns="0" tIns="0" rIns="0" bIns="0" rtlCol="0"/>
            <a:lstStyle/>
            <a:p>
              <a:endParaRPr/>
            </a:p>
          </p:txBody>
        </p:sp>
      </p:grpSp>
      <p:sp>
        <p:nvSpPr>
          <p:cNvPr id="8" name="object 3">
            <a:extLst>
              <a:ext uri="{FF2B5EF4-FFF2-40B4-BE49-F238E27FC236}">
                <a16:creationId xmlns:a16="http://schemas.microsoft.com/office/drawing/2014/main" id="{0952204A-7BEF-78C7-1ECB-923EBA20A22D}"/>
              </a:ext>
            </a:extLst>
          </p:cNvPr>
          <p:cNvSpPr txBox="1"/>
          <p:nvPr/>
        </p:nvSpPr>
        <p:spPr>
          <a:xfrm>
            <a:off x="160616" y="193390"/>
            <a:ext cx="5267257" cy="6588535"/>
          </a:xfrm>
          <a:prstGeom prst="rect">
            <a:avLst/>
          </a:prstGeom>
        </p:spPr>
        <p:txBody>
          <a:bodyPr vert="horz" wrap="square" lIns="0" tIns="0" rIns="0" bIns="0" rtlCol="0">
            <a:spAutoFit/>
          </a:bodyPr>
          <a:lstStyle/>
          <a:p>
            <a:pPr marL="988448">
              <a:lnSpc>
                <a:spcPts val="2582"/>
              </a:lnSpc>
            </a:pPr>
            <a:r>
              <a:rPr sz="2800" b="1" spc="-14" dirty="0">
                <a:latin typeface="Cambria"/>
                <a:cs typeface="Cambria"/>
              </a:rPr>
              <a:t>3)</a:t>
            </a:r>
            <a:r>
              <a:rPr sz="2800" b="1" spc="-219" dirty="0">
                <a:latin typeface="Cambria"/>
                <a:cs typeface="Cambria"/>
              </a:rPr>
              <a:t> </a:t>
            </a:r>
            <a:r>
              <a:rPr sz="2400" b="1" spc="-14" dirty="0">
                <a:latin typeface="Cambria"/>
                <a:cs typeface="Cambria"/>
              </a:rPr>
              <a:t>repetition</a:t>
            </a:r>
            <a:endParaRPr sz="2400" dirty="0">
              <a:latin typeface="Cambria"/>
              <a:cs typeface="Cambria"/>
            </a:endParaRPr>
          </a:p>
          <a:p>
            <a:pPr>
              <a:spcBef>
                <a:spcPts val="991"/>
              </a:spcBef>
            </a:pPr>
            <a:endParaRPr sz="2400" dirty="0">
              <a:latin typeface="Cambria"/>
              <a:cs typeface="Cambria"/>
            </a:endParaRPr>
          </a:p>
          <a:p>
            <a:pPr marL="17972" marR="7189">
              <a:lnSpc>
                <a:spcPct val="112400"/>
              </a:lnSpc>
            </a:pPr>
            <a:r>
              <a:rPr sz="2400" spc="-14" dirty="0">
                <a:latin typeface="Cambria"/>
                <a:cs typeface="Cambria"/>
              </a:rPr>
              <a:t>Repetition</a:t>
            </a:r>
            <a:r>
              <a:rPr sz="2400" spc="-50" dirty="0">
                <a:latin typeface="Cambria"/>
                <a:cs typeface="Cambria"/>
              </a:rPr>
              <a:t> </a:t>
            </a:r>
            <a:r>
              <a:rPr sz="2400" dirty="0">
                <a:latin typeface="Cambria"/>
                <a:cs typeface="Cambria"/>
              </a:rPr>
              <a:t>creates</a:t>
            </a:r>
            <a:r>
              <a:rPr sz="2400" spc="-50" dirty="0">
                <a:latin typeface="Cambria"/>
                <a:cs typeface="Cambria"/>
              </a:rPr>
              <a:t> </a:t>
            </a:r>
            <a:r>
              <a:rPr sz="2400" dirty="0">
                <a:latin typeface="Cambria"/>
                <a:cs typeface="Cambria"/>
              </a:rPr>
              <a:t>visual</a:t>
            </a:r>
            <a:r>
              <a:rPr sz="2400" spc="-43" dirty="0">
                <a:latin typeface="Cambria"/>
                <a:cs typeface="Cambria"/>
              </a:rPr>
              <a:t> </a:t>
            </a:r>
            <a:r>
              <a:rPr sz="2400" dirty="0">
                <a:latin typeface="Cambria"/>
                <a:cs typeface="Cambria"/>
              </a:rPr>
              <a:t>harmony</a:t>
            </a:r>
            <a:r>
              <a:rPr sz="2400" spc="-28" dirty="0">
                <a:latin typeface="Cambria"/>
                <a:cs typeface="Cambria"/>
              </a:rPr>
              <a:t> </a:t>
            </a:r>
            <a:r>
              <a:rPr sz="2400" dirty="0">
                <a:latin typeface="Cambria"/>
                <a:cs typeface="Cambria"/>
              </a:rPr>
              <a:t>and</a:t>
            </a:r>
            <a:r>
              <a:rPr sz="2400" spc="-21" dirty="0">
                <a:latin typeface="Cambria"/>
                <a:cs typeface="Cambria"/>
              </a:rPr>
              <a:t> </a:t>
            </a:r>
            <a:r>
              <a:rPr sz="2400" spc="-14" dirty="0">
                <a:latin typeface="Cambria"/>
                <a:cs typeface="Cambria"/>
              </a:rPr>
              <a:t>enhances</a:t>
            </a:r>
            <a:r>
              <a:rPr sz="2400" spc="-50"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structure</a:t>
            </a:r>
            <a:r>
              <a:rPr sz="2400" spc="-28" dirty="0">
                <a:latin typeface="Cambria"/>
                <a:cs typeface="Cambria"/>
              </a:rPr>
              <a:t> </a:t>
            </a:r>
            <a:r>
              <a:rPr sz="2400" dirty="0">
                <a:latin typeface="Cambria"/>
                <a:cs typeface="Cambria"/>
              </a:rPr>
              <a:t>of</a:t>
            </a:r>
            <a:r>
              <a:rPr sz="2400" spc="-28"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content,</a:t>
            </a:r>
            <a:r>
              <a:rPr sz="2400" spc="-50" dirty="0">
                <a:latin typeface="Cambria"/>
                <a:cs typeface="Cambria"/>
              </a:rPr>
              <a:t> </a:t>
            </a:r>
            <a:r>
              <a:rPr sz="2400" dirty="0">
                <a:latin typeface="Cambria"/>
                <a:cs typeface="Cambria"/>
              </a:rPr>
              <a:t>making</a:t>
            </a:r>
            <a:r>
              <a:rPr sz="2400" spc="-43" dirty="0">
                <a:latin typeface="Cambria"/>
                <a:cs typeface="Cambria"/>
              </a:rPr>
              <a:t> </a:t>
            </a:r>
            <a:r>
              <a:rPr sz="2400" spc="-35" dirty="0">
                <a:latin typeface="Cambria"/>
                <a:cs typeface="Cambria"/>
              </a:rPr>
              <a:t>it </a:t>
            </a:r>
            <a:r>
              <a:rPr sz="2400" dirty="0">
                <a:latin typeface="Cambria"/>
                <a:cs typeface="Cambria"/>
              </a:rPr>
              <a:t>easier</a:t>
            </a:r>
            <a:r>
              <a:rPr sz="2400" spc="-56" dirty="0">
                <a:latin typeface="Cambria"/>
                <a:cs typeface="Cambria"/>
              </a:rPr>
              <a:t> </a:t>
            </a:r>
            <a:r>
              <a:rPr sz="2400" dirty="0">
                <a:latin typeface="Cambria"/>
                <a:cs typeface="Cambria"/>
              </a:rPr>
              <a:t>for</a:t>
            </a:r>
            <a:r>
              <a:rPr sz="2400" spc="-50" dirty="0">
                <a:latin typeface="Cambria"/>
                <a:cs typeface="Cambria"/>
              </a:rPr>
              <a:t> </a:t>
            </a:r>
            <a:r>
              <a:rPr sz="2400" dirty="0">
                <a:latin typeface="Cambria"/>
                <a:cs typeface="Cambria"/>
              </a:rPr>
              <a:t>users</a:t>
            </a:r>
            <a:r>
              <a:rPr sz="2400" spc="-43" dirty="0">
                <a:latin typeface="Cambria"/>
                <a:cs typeface="Cambria"/>
              </a:rPr>
              <a:t> </a:t>
            </a:r>
            <a:r>
              <a:rPr sz="2400" dirty="0">
                <a:latin typeface="Cambria"/>
                <a:cs typeface="Cambria"/>
              </a:rPr>
              <a:t>to</a:t>
            </a:r>
            <a:r>
              <a:rPr sz="2400" spc="-35" dirty="0">
                <a:latin typeface="Cambria"/>
                <a:cs typeface="Cambria"/>
              </a:rPr>
              <a:t> </a:t>
            </a:r>
            <a:r>
              <a:rPr sz="2400" dirty="0">
                <a:latin typeface="Cambria"/>
                <a:cs typeface="Cambria"/>
              </a:rPr>
              <a:t>understand</a:t>
            </a:r>
            <a:r>
              <a:rPr sz="2400" spc="-43" dirty="0">
                <a:latin typeface="Cambria"/>
                <a:cs typeface="Cambria"/>
              </a:rPr>
              <a:t> </a:t>
            </a:r>
            <a:r>
              <a:rPr sz="2400" dirty="0">
                <a:latin typeface="Cambria"/>
                <a:cs typeface="Cambria"/>
              </a:rPr>
              <a:t>and</a:t>
            </a:r>
            <a:r>
              <a:rPr sz="2400" spc="-35" dirty="0">
                <a:latin typeface="Cambria"/>
                <a:cs typeface="Cambria"/>
              </a:rPr>
              <a:t> </a:t>
            </a:r>
            <a:r>
              <a:rPr sz="2400" dirty="0">
                <a:latin typeface="Cambria"/>
                <a:cs typeface="Cambria"/>
              </a:rPr>
              <a:t>navigate</a:t>
            </a:r>
            <a:r>
              <a:rPr sz="2400" spc="-43" dirty="0">
                <a:latin typeface="Cambria"/>
                <a:cs typeface="Cambria"/>
              </a:rPr>
              <a:t> </a:t>
            </a:r>
            <a:r>
              <a:rPr sz="2400" dirty="0">
                <a:latin typeface="Cambria"/>
                <a:cs typeface="Cambria"/>
              </a:rPr>
              <a:t>the</a:t>
            </a:r>
            <a:r>
              <a:rPr sz="2400" spc="-35" dirty="0">
                <a:latin typeface="Cambria"/>
                <a:cs typeface="Cambria"/>
              </a:rPr>
              <a:t> </a:t>
            </a:r>
            <a:r>
              <a:rPr sz="2400" dirty="0">
                <a:latin typeface="Cambria"/>
                <a:cs typeface="Cambria"/>
              </a:rPr>
              <a:t>site.</a:t>
            </a:r>
            <a:r>
              <a:rPr sz="2400" spc="-43" dirty="0">
                <a:latin typeface="Cambria"/>
                <a:cs typeface="Cambria"/>
              </a:rPr>
              <a:t> </a:t>
            </a:r>
            <a:r>
              <a:rPr sz="2400" dirty="0">
                <a:latin typeface="Cambria"/>
                <a:cs typeface="Cambria"/>
              </a:rPr>
              <a:t>Consistent</a:t>
            </a:r>
            <a:r>
              <a:rPr sz="2400" spc="-35" dirty="0">
                <a:latin typeface="Cambria"/>
                <a:cs typeface="Cambria"/>
              </a:rPr>
              <a:t> </a:t>
            </a:r>
            <a:r>
              <a:rPr sz="2400" dirty="0">
                <a:latin typeface="Cambria"/>
                <a:cs typeface="Cambria"/>
              </a:rPr>
              <a:t>design</a:t>
            </a:r>
            <a:r>
              <a:rPr sz="2400" spc="-43" dirty="0">
                <a:latin typeface="Cambria"/>
                <a:cs typeface="Cambria"/>
              </a:rPr>
              <a:t> </a:t>
            </a:r>
            <a:r>
              <a:rPr sz="2400" dirty="0">
                <a:latin typeface="Cambria"/>
                <a:cs typeface="Cambria"/>
              </a:rPr>
              <a:t>elements</a:t>
            </a:r>
            <a:r>
              <a:rPr sz="2400" spc="-56" dirty="0">
                <a:latin typeface="Cambria"/>
                <a:cs typeface="Cambria"/>
              </a:rPr>
              <a:t> </a:t>
            </a:r>
            <a:r>
              <a:rPr sz="2400" spc="-35" dirty="0">
                <a:latin typeface="Cambria"/>
                <a:cs typeface="Cambria"/>
              </a:rPr>
              <a:t>tie </a:t>
            </a:r>
            <a:r>
              <a:rPr sz="2400" dirty="0">
                <a:latin typeface="Cambria"/>
                <a:cs typeface="Cambria"/>
              </a:rPr>
              <a:t>sections</a:t>
            </a:r>
            <a:r>
              <a:rPr sz="2400" spc="-43" dirty="0">
                <a:latin typeface="Cambria"/>
                <a:cs typeface="Cambria"/>
              </a:rPr>
              <a:t> </a:t>
            </a:r>
            <a:r>
              <a:rPr sz="2400" dirty="0">
                <a:latin typeface="Cambria"/>
                <a:cs typeface="Cambria"/>
              </a:rPr>
              <a:t>together,</a:t>
            </a:r>
            <a:r>
              <a:rPr sz="2400" spc="-43" dirty="0">
                <a:latin typeface="Cambria"/>
                <a:cs typeface="Cambria"/>
              </a:rPr>
              <a:t> </a:t>
            </a:r>
            <a:r>
              <a:rPr sz="2400" dirty="0">
                <a:latin typeface="Cambria"/>
                <a:cs typeface="Cambria"/>
              </a:rPr>
              <a:t>improving</a:t>
            </a:r>
            <a:r>
              <a:rPr sz="2400" spc="-50" dirty="0">
                <a:latin typeface="Cambria"/>
                <a:cs typeface="Cambria"/>
              </a:rPr>
              <a:t> </a:t>
            </a:r>
            <a:r>
              <a:rPr sz="2400" dirty="0">
                <a:latin typeface="Cambria"/>
                <a:cs typeface="Cambria"/>
              </a:rPr>
              <a:t>the</a:t>
            </a:r>
            <a:r>
              <a:rPr sz="2400" spc="-56" dirty="0">
                <a:latin typeface="Cambria"/>
                <a:cs typeface="Cambria"/>
              </a:rPr>
              <a:t> </a:t>
            </a:r>
            <a:r>
              <a:rPr sz="2400" dirty="0">
                <a:latin typeface="Cambria"/>
                <a:cs typeface="Cambria"/>
              </a:rPr>
              <a:t>overall</a:t>
            </a:r>
            <a:r>
              <a:rPr sz="2400" spc="-28" dirty="0">
                <a:latin typeface="Cambria"/>
                <a:cs typeface="Cambria"/>
              </a:rPr>
              <a:t> </a:t>
            </a:r>
            <a:r>
              <a:rPr sz="2400" dirty="0">
                <a:latin typeface="Cambria"/>
                <a:cs typeface="Cambria"/>
              </a:rPr>
              <a:t>user</a:t>
            </a:r>
            <a:r>
              <a:rPr sz="2400" spc="-43" dirty="0">
                <a:latin typeface="Cambria"/>
                <a:cs typeface="Cambria"/>
              </a:rPr>
              <a:t> </a:t>
            </a:r>
            <a:r>
              <a:rPr sz="2400" dirty="0">
                <a:latin typeface="Cambria"/>
                <a:cs typeface="Cambria"/>
              </a:rPr>
              <a:t>experience.</a:t>
            </a:r>
            <a:r>
              <a:rPr sz="2400" spc="-35" dirty="0">
                <a:latin typeface="Cambria"/>
                <a:cs typeface="Cambria"/>
              </a:rPr>
              <a:t> </a:t>
            </a:r>
            <a:r>
              <a:rPr sz="2400" dirty="0">
                <a:latin typeface="Cambria"/>
                <a:cs typeface="Cambria"/>
              </a:rPr>
              <a:t>On</a:t>
            </a:r>
            <a:r>
              <a:rPr sz="2400" spc="-35" dirty="0">
                <a:latin typeface="Cambria"/>
                <a:cs typeface="Cambria"/>
              </a:rPr>
              <a:t> </a:t>
            </a:r>
            <a:r>
              <a:rPr sz="2400" dirty="0">
                <a:latin typeface="Cambria"/>
                <a:cs typeface="Cambria"/>
              </a:rPr>
              <a:t>this</a:t>
            </a:r>
            <a:r>
              <a:rPr sz="2400" spc="-35" dirty="0">
                <a:latin typeface="Cambria"/>
                <a:cs typeface="Cambria"/>
              </a:rPr>
              <a:t> </a:t>
            </a:r>
            <a:r>
              <a:rPr sz="2400" dirty="0">
                <a:latin typeface="Cambria"/>
                <a:cs typeface="Cambria"/>
              </a:rPr>
              <a:t>page</a:t>
            </a:r>
            <a:r>
              <a:rPr sz="2400" spc="-35" dirty="0">
                <a:latin typeface="Cambria"/>
                <a:cs typeface="Cambria"/>
              </a:rPr>
              <a:t> </a:t>
            </a:r>
            <a:r>
              <a:rPr sz="2400" dirty="0">
                <a:latin typeface="Cambria"/>
                <a:cs typeface="Cambria"/>
              </a:rPr>
              <a:t>of</a:t>
            </a:r>
            <a:r>
              <a:rPr sz="2400" spc="-56" dirty="0">
                <a:latin typeface="Cambria"/>
                <a:cs typeface="Cambria"/>
              </a:rPr>
              <a:t> </a:t>
            </a:r>
            <a:r>
              <a:rPr sz="2400" dirty="0">
                <a:latin typeface="Cambria"/>
                <a:cs typeface="Cambria"/>
              </a:rPr>
              <a:t>the</a:t>
            </a:r>
            <a:r>
              <a:rPr sz="2400" spc="-56" dirty="0">
                <a:latin typeface="Cambria"/>
                <a:cs typeface="Cambria"/>
              </a:rPr>
              <a:t> </a:t>
            </a:r>
            <a:r>
              <a:rPr sz="2400" dirty="0">
                <a:latin typeface="Cambria"/>
                <a:cs typeface="Cambria"/>
              </a:rPr>
              <a:t>site,</a:t>
            </a:r>
            <a:r>
              <a:rPr sz="2400" spc="7" dirty="0">
                <a:latin typeface="Cambria"/>
                <a:cs typeface="Cambria"/>
              </a:rPr>
              <a:t> </a:t>
            </a:r>
            <a:r>
              <a:rPr sz="2400" spc="-35" dirty="0">
                <a:latin typeface="Cambria"/>
                <a:cs typeface="Cambria"/>
              </a:rPr>
              <a:t>we</a:t>
            </a:r>
            <a:r>
              <a:rPr sz="2400" dirty="0">
                <a:latin typeface="Cambria"/>
                <a:cs typeface="Cambria"/>
              </a:rPr>
              <a:t> see</a:t>
            </a:r>
            <a:r>
              <a:rPr sz="2400" spc="-28" dirty="0">
                <a:latin typeface="Cambria"/>
                <a:cs typeface="Cambria"/>
              </a:rPr>
              <a:t> </a:t>
            </a:r>
            <a:r>
              <a:rPr sz="2400" dirty="0">
                <a:latin typeface="Cambria"/>
                <a:cs typeface="Cambria"/>
              </a:rPr>
              <a:t>that</a:t>
            </a:r>
            <a:r>
              <a:rPr sz="2400" spc="-43" dirty="0">
                <a:latin typeface="Cambria"/>
                <a:cs typeface="Cambria"/>
              </a:rPr>
              <a:t> </a:t>
            </a:r>
            <a:r>
              <a:rPr sz="2400" dirty="0">
                <a:latin typeface="Cambria"/>
                <a:cs typeface="Cambria"/>
              </a:rPr>
              <a:t>there</a:t>
            </a:r>
            <a:r>
              <a:rPr sz="2400" spc="-28" dirty="0">
                <a:latin typeface="Cambria"/>
                <a:cs typeface="Cambria"/>
              </a:rPr>
              <a:t> </a:t>
            </a:r>
            <a:r>
              <a:rPr sz="2400" dirty="0">
                <a:latin typeface="Cambria"/>
                <a:cs typeface="Cambria"/>
              </a:rPr>
              <a:t>is</a:t>
            </a:r>
            <a:r>
              <a:rPr sz="2400" spc="-28" dirty="0">
                <a:latin typeface="Cambria"/>
                <a:cs typeface="Cambria"/>
              </a:rPr>
              <a:t> </a:t>
            </a:r>
            <a:r>
              <a:rPr sz="2400" dirty="0">
                <a:latin typeface="Cambria"/>
                <a:cs typeface="Cambria"/>
              </a:rPr>
              <a:t>a</a:t>
            </a:r>
            <a:r>
              <a:rPr sz="2400" spc="-50" dirty="0">
                <a:latin typeface="Cambria"/>
                <a:cs typeface="Cambria"/>
              </a:rPr>
              <a:t> </a:t>
            </a:r>
            <a:r>
              <a:rPr sz="2400" dirty="0">
                <a:latin typeface="Cambria"/>
                <a:cs typeface="Cambria"/>
              </a:rPr>
              <a:t>difference</a:t>
            </a:r>
            <a:r>
              <a:rPr sz="2400" spc="-28" dirty="0">
                <a:latin typeface="Cambria"/>
                <a:cs typeface="Cambria"/>
              </a:rPr>
              <a:t> </a:t>
            </a:r>
            <a:r>
              <a:rPr sz="2400" dirty="0">
                <a:latin typeface="Cambria"/>
                <a:cs typeface="Cambria"/>
              </a:rPr>
              <a:t>in</a:t>
            </a:r>
            <a:r>
              <a:rPr sz="2400" spc="-21" dirty="0">
                <a:latin typeface="Cambria"/>
                <a:cs typeface="Cambria"/>
              </a:rPr>
              <a:t> </a:t>
            </a:r>
            <a:r>
              <a:rPr sz="2400" dirty="0">
                <a:latin typeface="Cambria"/>
                <a:cs typeface="Cambria"/>
              </a:rPr>
              <a:t>the</a:t>
            </a:r>
            <a:r>
              <a:rPr sz="2400" spc="-43" dirty="0">
                <a:latin typeface="Cambria"/>
                <a:cs typeface="Cambria"/>
              </a:rPr>
              <a:t> </a:t>
            </a:r>
            <a:r>
              <a:rPr sz="2400" dirty="0">
                <a:latin typeface="Cambria"/>
                <a:cs typeface="Cambria"/>
              </a:rPr>
              <a:t>design</a:t>
            </a:r>
            <a:r>
              <a:rPr sz="2400" spc="-28" dirty="0">
                <a:latin typeface="Cambria"/>
                <a:cs typeface="Cambria"/>
              </a:rPr>
              <a:t> </a:t>
            </a:r>
            <a:r>
              <a:rPr sz="2400" dirty="0">
                <a:latin typeface="Cambria"/>
                <a:cs typeface="Cambria"/>
              </a:rPr>
              <a:t>of</a:t>
            </a:r>
            <a:r>
              <a:rPr sz="2400" spc="-43" dirty="0">
                <a:latin typeface="Cambria"/>
                <a:cs typeface="Cambria"/>
              </a:rPr>
              <a:t> </a:t>
            </a:r>
            <a:r>
              <a:rPr sz="2400" dirty="0">
                <a:latin typeface="Cambria"/>
                <a:cs typeface="Cambria"/>
              </a:rPr>
              <a:t>a</a:t>
            </a:r>
            <a:r>
              <a:rPr sz="2400" spc="-28" dirty="0">
                <a:latin typeface="Cambria"/>
                <a:cs typeface="Cambria"/>
              </a:rPr>
              <a:t> </a:t>
            </a:r>
            <a:r>
              <a:rPr sz="2400" dirty="0">
                <a:latin typeface="Cambria"/>
                <a:cs typeface="Cambria"/>
              </a:rPr>
              <a:t>section</a:t>
            </a:r>
            <a:r>
              <a:rPr sz="2400" spc="-43" dirty="0">
                <a:latin typeface="Cambria"/>
                <a:cs typeface="Cambria"/>
              </a:rPr>
              <a:t> </a:t>
            </a:r>
            <a:r>
              <a:rPr sz="2400" dirty="0">
                <a:latin typeface="Cambria"/>
                <a:cs typeface="Cambria"/>
              </a:rPr>
              <a:t>similar</a:t>
            </a:r>
            <a:r>
              <a:rPr sz="2400" spc="-28" dirty="0">
                <a:latin typeface="Cambria"/>
                <a:cs typeface="Cambria"/>
              </a:rPr>
              <a:t> </a:t>
            </a:r>
            <a:r>
              <a:rPr sz="2400" dirty="0">
                <a:latin typeface="Cambria"/>
                <a:cs typeface="Cambria"/>
              </a:rPr>
              <a:t>to</a:t>
            </a:r>
            <a:r>
              <a:rPr sz="2400" spc="-28" dirty="0">
                <a:latin typeface="Cambria"/>
                <a:cs typeface="Cambria"/>
              </a:rPr>
              <a:t> </a:t>
            </a:r>
            <a:r>
              <a:rPr sz="2400" dirty="0">
                <a:latin typeface="Cambria"/>
                <a:cs typeface="Cambria"/>
              </a:rPr>
              <a:t>other</a:t>
            </a:r>
            <a:r>
              <a:rPr sz="2400" spc="-43" dirty="0">
                <a:latin typeface="Cambria"/>
                <a:cs typeface="Cambria"/>
              </a:rPr>
              <a:t> </a:t>
            </a:r>
            <a:r>
              <a:rPr sz="2400" dirty="0">
                <a:latin typeface="Cambria"/>
                <a:cs typeface="Cambria"/>
              </a:rPr>
              <a:t>sections</a:t>
            </a:r>
            <a:r>
              <a:rPr sz="2400" spc="-28" dirty="0">
                <a:latin typeface="Cambria"/>
                <a:cs typeface="Cambria"/>
              </a:rPr>
              <a:t> </a:t>
            </a:r>
            <a:r>
              <a:rPr sz="2400" dirty="0">
                <a:latin typeface="Cambria"/>
                <a:cs typeface="Cambria"/>
              </a:rPr>
              <a:t>on</a:t>
            </a:r>
            <a:r>
              <a:rPr sz="2400" spc="-28" dirty="0">
                <a:latin typeface="Cambria"/>
                <a:cs typeface="Cambria"/>
              </a:rPr>
              <a:t> </a:t>
            </a:r>
            <a:r>
              <a:rPr sz="2400" spc="-35" dirty="0">
                <a:latin typeface="Cambria"/>
                <a:cs typeface="Cambria"/>
              </a:rPr>
              <a:t>the </a:t>
            </a:r>
            <a:r>
              <a:rPr sz="2400" dirty="0">
                <a:latin typeface="Cambria"/>
                <a:cs typeface="Cambria"/>
              </a:rPr>
              <a:t>same</a:t>
            </a:r>
            <a:r>
              <a:rPr sz="2400" spc="-35" dirty="0">
                <a:latin typeface="Cambria"/>
                <a:cs typeface="Cambria"/>
              </a:rPr>
              <a:t> </a:t>
            </a:r>
            <a:r>
              <a:rPr sz="2400" dirty="0">
                <a:latin typeface="Cambria"/>
                <a:cs typeface="Cambria"/>
              </a:rPr>
              <a:t>page,</a:t>
            </a:r>
            <a:r>
              <a:rPr sz="2400" spc="-35" dirty="0">
                <a:latin typeface="Cambria"/>
                <a:cs typeface="Cambria"/>
              </a:rPr>
              <a:t> </a:t>
            </a:r>
            <a:r>
              <a:rPr sz="2400" dirty="0">
                <a:latin typeface="Cambria"/>
                <a:cs typeface="Cambria"/>
              </a:rPr>
              <a:t>which</a:t>
            </a:r>
            <a:r>
              <a:rPr sz="2400" spc="-28" dirty="0">
                <a:latin typeface="Cambria"/>
                <a:cs typeface="Cambria"/>
              </a:rPr>
              <a:t> </a:t>
            </a:r>
            <a:r>
              <a:rPr sz="2400" dirty="0">
                <a:latin typeface="Cambria"/>
                <a:cs typeface="Cambria"/>
              </a:rPr>
              <a:t>is</a:t>
            </a:r>
            <a:r>
              <a:rPr sz="2400" spc="-43"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(Upcoming</a:t>
            </a:r>
            <a:r>
              <a:rPr sz="2400" spc="-21" dirty="0">
                <a:latin typeface="Cambria"/>
                <a:cs typeface="Cambria"/>
              </a:rPr>
              <a:t> </a:t>
            </a:r>
            <a:r>
              <a:rPr sz="2400" dirty="0">
                <a:latin typeface="Cambria"/>
                <a:cs typeface="Cambria"/>
              </a:rPr>
              <a:t>Sales)</a:t>
            </a:r>
            <a:r>
              <a:rPr sz="2400" spc="-14" dirty="0">
                <a:latin typeface="Cambria"/>
                <a:cs typeface="Cambria"/>
              </a:rPr>
              <a:t> </a:t>
            </a:r>
            <a:r>
              <a:rPr sz="2400" dirty="0">
                <a:latin typeface="Cambria"/>
                <a:cs typeface="Cambria"/>
              </a:rPr>
              <a:t>section.</a:t>
            </a:r>
            <a:r>
              <a:rPr sz="2400" spc="-43" dirty="0">
                <a:latin typeface="Cambria"/>
                <a:cs typeface="Cambria"/>
              </a:rPr>
              <a:t> </a:t>
            </a:r>
            <a:r>
              <a:rPr sz="2400" dirty="0">
                <a:latin typeface="Cambria"/>
                <a:cs typeface="Cambria"/>
              </a:rPr>
              <a:t>The</a:t>
            </a:r>
            <a:r>
              <a:rPr sz="2400" spc="-43" dirty="0">
                <a:latin typeface="Cambria"/>
                <a:cs typeface="Cambria"/>
              </a:rPr>
              <a:t> </a:t>
            </a:r>
            <a:r>
              <a:rPr sz="2400" dirty="0">
                <a:latin typeface="Cambria"/>
                <a:cs typeface="Cambria"/>
              </a:rPr>
              <a:t>design</a:t>
            </a:r>
            <a:r>
              <a:rPr sz="2400" spc="-43" dirty="0">
                <a:latin typeface="Cambria"/>
                <a:cs typeface="Cambria"/>
              </a:rPr>
              <a:t> </a:t>
            </a:r>
            <a:r>
              <a:rPr sz="2400" dirty="0">
                <a:latin typeface="Cambria"/>
                <a:cs typeface="Cambria"/>
              </a:rPr>
              <a:t>and</a:t>
            </a:r>
            <a:r>
              <a:rPr sz="2400" spc="-21" dirty="0">
                <a:latin typeface="Cambria"/>
                <a:cs typeface="Cambria"/>
              </a:rPr>
              <a:t> </a:t>
            </a:r>
            <a:r>
              <a:rPr sz="2400" dirty="0">
                <a:latin typeface="Cambria"/>
                <a:cs typeface="Cambria"/>
              </a:rPr>
              <a:t>font</a:t>
            </a:r>
            <a:r>
              <a:rPr sz="2400" spc="-35" dirty="0">
                <a:latin typeface="Cambria"/>
                <a:cs typeface="Cambria"/>
              </a:rPr>
              <a:t> </a:t>
            </a:r>
            <a:r>
              <a:rPr sz="2400" dirty="0">
                <a:latin typeface="Cambria"/>
                <a:cs typeface="Cambria"/>
              </a:rPr>
              <a:t>color</a:t>
            </a:r>
            <a:r>
              <a:rPr sz="2400" spc="-35" dirty="0">
                <a:latin typeface="Cambria"/>
                <a:cs typeface="Cambria"/>
              </a:rPr>
              <a:t> </a:t>
            </a:r>
            <a:r>
              <a:rPr sz="2400" dirty="0">
                <a:latin typeface="Cambria"/>
                <a:cs typeface="Cambria"/>
              </a:rPr>
              <a:t>of</a:t>
            </a:r>
            <a:r>
              <a:rPr sz="2400" spc="-43" dirty="0">
                <a:latin typeface="Cambria"/>
                <a:cs typeface="Cambria"/>
              </a:rPr>
              <a:t> </a:t>
            </a:r>
            <a:r>
              <a:rPr sz="2400" spc="-35" dirty="0">
                <a:latin typeface="Cambria"/>
                <a:cs typeface="Cambria"/>
              </a:rPr>
              <a:t>the </a:t>
            </a:r>
            <a:r>
              <a:rPr sz="2400" dirty="0">
                <a:latin typeface="Cambria"/>
                <a:cs typeface="Cambria"/>
              </a:rPr>
              <a:t>section</a:t>
            </a:r>
            <a:r>
              <a:rPr sz="2400" spc="-50" dirty="0">
                <a:latin typeface="Cambria"/>
                <a:cs typeface="Cambria"/>
              </a:rPr>
              <a:t> </a:t>
            </a:r>
            <a:r>
              <a:rPr sz="2400" dirty="0">
                <a:latin typeface="Cambria"/>
                <a:cs typeface="Cambria"/>
              </a:rPr>
              <a:t>differ</a:t>
            </a:r>
            <a:r>
              <a:rPr sz="2400" spc="-43" dirty="0">
                <a:latin typeface="Cambria"/>
                <a:cs typeface="Cambria"/>
              </a:rPr>
              <a:t> </a:t>
            </a:r>
            <a:r>
              <a:rPr sz="2400" dirty="0">
                <a:latin typeface="Cambria"/>
                <a:cs typeface="Cambria"/>
              </a:rPr>
              <a:t>from</a:t>
            </a:r>
            <a:r>
              <a:rPr sz="2400" spc="-50" dirty="0">
                <a:latin typeface="Cambria"/>
                <a:cs typeface="Cambria"/>
              </a:rPr>
              <a:t> </a:t>
            </a:r>
            <a:r>
              <a:rPr sz="2400" dirty="0">
                <a:latin typeface="Cambria"/>
                <a:cs typeface="Cambria"/>
              </a:rPr>
              <a:t>similar</a:t>
            </a:r>
            <a:r>
              <a:rPr sz="2400" spc="-43" dirty="0">
                <a:latin typeface="Cambria"/>
                <a:cs typeface="Cambria"/>
              </a:rPr>
              <a:t> </a:t>
            </a:r>
            <a:r>
              <a:rPr sz="2400" dirty="0">
                <a:latin typeface="Cambria"/>
                <a:cs typeface="Cambria"/>
              </a:rPr>
              <a:t>sections,</a:t>
            </a:r>
            <a:r>
              <a:rPr sz="2400" spc="-35" dirty="0">
                <a:latin typeface="Cambria"/>
                <a:cs typeface="Cambria"/>
              </a:rPr>
              <a:t> </a:t>
            </a:r>
            <a:r>
              <a:rPr sz="2400" dirty="0">
                <a:latin typeface="Cambria"/>
                <a:cs typeface="Cambria"/>
              </a:rPr>
              <a:t>and</a:t>
            </a:r>
            <a:r>
              <a:rPr sz="2400" spc="-56" dirty="0">
                <a:latin typeface="Cambria"/>
                <a:cs typeface="Cambria"/>
              </a:rPr>
              <a:t> </a:t>
            </a:r>
            <a:r>
              <a:rPr sz="2400" dirty="0">
                <a:latin typeface="Cambria"/>
                <a:cs typeface="Cambria"/>
              </a:rPr>
              <a:t>we</a:t>
            </a:r>
            <a:r>
              <a:rPr sz="2400" spc="-50" dirty="0">
                <a:latin typeface="Cambria"/>
                <a:cs typeface="Cambria"/>
              </a:rPr>
              <a:t> </a:t>
            </a:r>
            <a:r>
              <a:rPr sz="2400" dirty="0">
                <a:latin typeface="Cambria"/>
                <a:cs typeface="Cambria"/>
              </a:rPr>
              <a:t>have</a:t>
            </a:r>
            <a:r>
              <a:rPr sz="2400" spc="-35" dirty="0">
                <a:latin typeface="Cambria"/>
                <a:cs typeface="Cambria"/>
              </a:rPr>
              <a:t> </a:t>
            </a:r>
            <a:r>
              <a:rPr sz="2400" dirty="0">
                <a:latin typeface="Cambria"/>
                <a:cs typeface="Cambria"/>
              </a:rPr>
              <a:t>redesigned</a:t>
            </a:r>
            <a:r>
              <a:rPr sz="2400" spc="-43" dirty="0">
                <a:latin typeface="Cambria"/>
                <a:cs typeface="Cambria"/>
              </a:rPr>
              <a:t> </a:t>
            </a:r>
            <a:r>
              <a:rPr sz="2400" dirty="0">
                <a:latin typeface="Cambria"/>
                <a:cs typeface="Cambria"/>
              </a:rPr>
              <a:t>the</a:t>
            </a:r>
            <a:r>
              <a:rPr sz="2400" spc="-56" dirty="0">
                <a:latin typeface="Cambria"/>
                <a:cs typeface="Cambria"/>
              </a:rPr>
              <a:t> </a:t>
            </a:r>
            <a:r>
              <a:rPr sz="2400" dirty="0">
                <a:latin typeface="Cambria"/>
                <a:cs typeface="Cambria"/>
              </a:rPr>
              <a:t>design</a:t>
            </a:r>
            <a:r>
              <a:rPr sz="2400" spc="-28" dirty="0">
                <a:latin typeface="Cambria"/>
                <a:cs typeface="Cambria"/>
              </a:rPr>
              <a:t> </a:t>
            </a:r>
            <a:r>
              <a:rPr sz="2400" dirty="0">
                <a:latin typeface="Cambria"/>
                <a:cs typeface="Cambria"/>
              </a:rPr>
              <a:t>and</a:t>
            </a:r>
            <a:r>
              <a:rPr sz="2400" spc="-35" dirty="0">
                <a:latin typeface="Cambria"/>
                <a:cs typeface="Cambria"/>
              </a:rPr>
              <a:t> </a:t>
            </a:r>
            <a:r>
              <a:rPr sz="2400" dirty="0">
                <a:latin typeface="Cambria"/>
                <a:cs typeface="Cambria"/>
              </a:rPr>
              <a:t>applied</a:t>
            </a:r>
            <a:r>
              <a:rPr sz="2400" spc="-28" dirty="0">
                <a:latin typeface="Cambria"/>
                <a:cs typeface="Cambria"/>
              </a:rPr>
              <a:t> </a:t>
            </a:r>
            <a:r>
              <a:rPr sz="2400" spc="-35" dirty="0">
                <a:latin typeface="Cambria"/>
                <a:cs typeface="Cambria"/>
              </a:rPr>
              <a:t>the </a:t>
            </a:r>
            <a:r>
              <a:rPr sz="2400" dirty="0">
                <a:latin typeface="Cambria"/>
                <a:cs typeface="Cambria"/>
              </a:rPr>
              <a:t>rule of</a:t>
            </a:r>
            <a:r>
              <a:rPr sz="2400" spc="-14" dirty="0">
                <a:latin typeface="Cambria"/>
                <a:cs typeface="Cambria"/>
              </a:rPr>
              <a:t> repetition</a:t>
            </a:r>
            <a:r>
              <a:rPr sz="1982" spc="-14" dirty="0">
                <a:latin typeface="Cambria"/>
                <a:cs typeface="Cambria"/>
              </a:rPr>
              <a:t>.</a:t>
            </a:r>
            <a:endParaRPr sz="1982" dirty="0">
              <a:latin typeface="Cambria"/>
              <a:cs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32503" y="393701"/>
            <a:ext cx="2086165" cy="571238"/>
          </a:xfrm>
          <a:prstGeom prst="rect">
            <a:avLst/>
          </a:prstGeom>
        </p:spPr>
        <p:txBody>
          <a:bodyPr vert="horz" wrap="square" lIns="0" tIns="17073" rIns="0" bIns="0" rtlCol="0">
            <a:spAutoFit/>
          </a:bodyPr>
          <a:lstStyle/>
          <a:p>
            <a:pPr marL="17972">
              <a:spcBef>
                <a:spcPts val="134"/>
              </a:spcBef>
            </a:pPr>
            <a:r>
              <a:rPr sz="3600" b="1" spc="-14" dirty="0">
                <a:latin typeface="Cambria"/>
                <a:cs typeface="Cambria"/>
              </a:rPr>
              <a:t>After:</a:t>
            </a:r>
            <a:endParaRPr sz="3600" dirty="0">
              <a:latin typeface="Cambria"/>
              <a:cs typeface="Cambria"/>
            </a:endParaRPr>
          </a:p>
        </p:txBody>
      </p:sp>
      <p:grpSp>
        <p:nvGrpSpPr>
          <p:cNvPr id="3" name="object 3"/>
          <p:cNvGrpSpPr/>
          <p:nvPr/>
        </p:nvGrpSpPr>
        <p:grpSpPr>
          <a:xfrm>
            <a:off x="3705565" y="104448"/>
            <a:ext cx="9219766" cy="10484504"/>
            <a:chOff x="1032192" y="1060652"/>
            <a:chExt cx="5492115" cy="8439785"/>
          </a:xfrm>
        </p:grpSpPr>
        <p:pic>
          <p:nvPicPr>
            <p:cNvPr id="4" name="object 4"/>
            <p:cNvPicPr/>
            <p:nvPr/>
          </p:nvPicPr>
          <p:blipFill>
            <a:blip r:embed="rId2" cstate="print"/>
            <a:stretch>
              <a:fillRect/>
            </a:stretch>
          </p:blipFill>
          <p:spPr>
            <a:xfrm>
              <a:off x="1446530" y="1079702"/>
              <a:ext cx="4667631" cy="8401672"/>
            </a:xfrm>
            <a:prstGeom prst="rect">
              <a:avLst/>
            </a:prstGeom>
          </p:spPr>
        </p:pic>
        <p:sp>
          <p:nvSpPr>
            <p:cNvPr id="5" name="object 5"/>
            <p:cNvSpPr/>
            <p:nvPr/>
          </p:nvSpPr>
          <p:spPr>
            <a:xfrm>
              <a:off x="1437005" y="1070177"/>
              <a:ext cx="4686935" cy="8420735"/>
            </a:xfrm>
            <a:custGeom>
              <a:avLst/>
              <a:gdLst/>
              <a:ahLst/>
              <a:cxnLst/>
              <a:rect l="l" t="t" r="r" b="b"/>
              <a:pathLst>
                <a:path w="4686935" h="8420735">
                  <a:moveTo>
                    <a:pt x="0" y="8420735"/>
                  </a:moveTo>
                  <a:lnTo>
                    <a:pt x="4686681" y="8420735"/>
                  </a:lnTo>
                  <a:lnTo>
                    <a:pt x="4686681" y="0"/>
                  </a:lnTo>
                  <a:lnTo>
                    <a:pt x="0" y="0"/>
                  </a:lnTo>
                  <a:lnTo>
                    <a:pt x="0" y="8420735"/>
                  </a:lnTo>
                  <a:close/>
                </a:path>
              </a:pathLst>
            </a:custGeom>
            <a:ln w="19050">
              <a:solidFill>
                <a:srgbClr val="000000"/>
              </a:solidFill>
            </a:ln>
          </p:spPr>
          <p:txBody>
            <a:bodyPr wrap="square" lIns="0" tIns="0" rIns="0" bIns="0" rtlCol="0"/>
            <a:lstStyle/>
            <a:p>
              <a:endParaRPr/>
            </a:p>
          </p:txBody>
        </p:sp>
        <p:sp>
          <p:nvSpPr>
            <p:cNvPr id="6" name="object 6"/>
            <p:cNvSpPr/>
            <p:nvPr/>
          </p:nvSpPr>
          <p:spPr>
            <a:xfrm>
              <a:off x="1046480" y="7235443"/>
              <a:ext cx="5463540" cy="868680"/>
            </a:xfrm>
            <a:custGeom>
              <a:avLst/>
              <a:gdLst/>
              <a:ahLst/>
              <a:cxnLst/>
              <a:rect l="l" t="t" r="r" b="b"/>
              <a:pathLst>
                <a:path w="5463540" h="868679">
                  <a:moveTo>
                    <a:pt x="0" y="868680"/>
                  </a:moveTo>
                  <a:lnTo>
                    <a:pt x="5463540" y="868680"/>
                  </a:lnTo>
                  <a:lnTo>
                    <a:pt x="5463540" y="0"/>
                  </a:lnTo>
                  <a:lnTo>
                    <a:pt x="0" y="0"/>
                  </a:lnTo>
                  <a:lnTo>
                    <a:pt x="0" y="868680"/>
                  </a:lnTo>
                  <a:close/>
                </a:path>
              </a:pathLst>
            </a:custGeom>
            <a:ln w="28575">
              <a:solidFill>
                <a:srgbClr val="FF0000"/>
              </a:solidFill>
            </a:ln>
          </p:spPr>
          <p:txBody>
            <a:bodyPr wrap="square" lIns="0" tIns="0" rIns="0" bIns="0" rtlCol="0"/>
            <a:lstStyle/>
            <a:p>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1549" y="133416"/>
            <a:ext cx="4109829" cy="8933728"/>
          </a:xfrm>
          <a:prstGeom prst="rect">
            <a:avLst/>
          </a:prstGeom>
        </p:spPr>
        <p:txBody>
          <a:bodyPr vert="horz" wrap="square" lIns="0" tIns="0" rIns="0" bIns="0" rtlCol="0">
            <a:spAutoFit/>
          </a:bodyPr>
          <a:lstStyle/>
          <a:p>
            <a:pPr>
              <a:spcBef>
                <a:spcPts val="1019"/>
              </a:spcBef>
            </a:pPr>
            <a:r>
              <a:rPr lang="en-US" sz="2800" b="1" spc="-14" dirty="0">
                <a:latin typeface="Cambria"/>
                <a:cs typeface="Cambria"/>
              </a:rPr>
              <a:t>4)</a:t>
            </a:r>
            <a:r>
              <a:rPr lang="en-US" sz="2800" b="1" spc="-219" dirty="0">
                <a:latin typeface="Cambria"/>
                <a:cs typeface="Cambria"/>
              </a:rPr>
              <a:t> </a:t>
            </a:r>
            <a:r>
              <a:rPr lang="en-US" sz="2400" b="1" spc="-14" dirty="0">
                <a:latin typeface="Cambria"/>
                <a:cs typeface="Cambria"/>
              </a:rPr>
              <a:t>contrast</a:t>
            </a:r>
            <a:endParaRPr lang="en-US" sz="2400" dirty="0">
              <a:latin typeface="Cambria"/>
              <a:cs typeface="Cambria"/>
            </a:endParaRPr>
          </a:p>
          <a:p>
            <a:pPr>
              <a:spcBef>
                <a:spcPts val="1019"/>
              </a:spcBef>
            </a:pPr>
            <a:endParaRPr sz="2400" dirty="0">
              <a:latin typeface="Cambria"/>
              <a:cs typeface="Cambria"/>
            </a:endParaRPr>
          </a:p>
          <a:p>
            <a:pPr marL="17972" marR="691015">
              <a:lnSpc>
                <a:spcPct val="112100"/>
              </a:lnSpc>
            </a:pPr>
            <a:r>
              <a:rPr sz="2400" dirty="0">
                <a:latin typeface="Cambria"/>
                <a:cs typeface="Cambria"/>
              </a:rPr>
              <a:t>The</a:t>
            </a:r>
            <a:r>
              <a:rPr sz="2400" spc="-50" dirty="0">
                <a:latin typeface="Cambria"/>
                <a:cs typeface="Cambria"/>
              </a:rPr>
              <a:t> </a:t>
            </a:r>
            <a:r>
              <a:rPr sz="2400" dirty="0">
                <a:latin typeface="Cambria"/>
                <a:cs typeface="Cambria"/>
              </a:rPr>
              <a:t>PARC</a:t>
            </a:r>
            <a:r>
              <a:rPr sz="2400" spc="-43" dirty="0">
                <a:latin typeface="Cambria"/>
                <a:cs typeface="Cambria"/>
              </a:rPr>
              <a:t> </a:t>
            </a:r>
            <a:r>
              <a:rPr sz="2400" dirty="0">
                <a:latin typeface="Cambria"/>
                <a:cs typeface="Cambria"/>
              </a:rPr>
              <a:t>principle</a:t>
            </a:r>
            <a:r>
              <a:rPr sz="2400" spc="-56" dirty="0">
                <a:latin typeface="Cambria"/>
                <a:cs typeface="Cambria"/>
              </a:rPr>
              <a:t> </a:t>
            </a:r>
            <a:r>
              <a:rPr sz="2400" dirty="0">
                <a:latin typeface="Cambria"/>
                <a:cs typeface="Cambria"/>
              </a:rPr>
              <a:t>of</a:t>
            </a:r>
            <a:r>
              <a:rPr sz="2400" spc="-56" dirty="0">
                <a:latin typeface="Cambria"/>
                <a:cs typeface="Cambria"/>
              </a:rPr>
              <a:t> </a:t>
            </a:r>
            <a:r>
              <a:rPr sz="2400" dirty="0">
                <a:latin typeface="Cambria"/>
                <a:cs typeface="Cambria"/>
              </a:rPr>
              <a:t>Contrast</a:t>
            </a:r>
            <a:r>
              <a:rPr sz="2400" spc="-43" dirty="0">
                <a:latin typeface="Cambria"/>
                <a:cs typeface="Cambria"/>
              </a:rPr>
              <a:t> </a:t>
            </a:r>
            <a:r>
              <a:rPr sz="2400" dirty="0">
                <a:latin typeface="Cambria"/>
                <a:cs typeface="Cambria"/>
              </a:rPr>
              <a:t>emphasizes</a:t>
            </a:r>
            <a:r>
              <a:rPr sz="2400" spc="-56" dirty="0">
                <a:latin typeface="Cambria"/>
                <a:cs typeface="Cambria"/>
              </a:rPr>
              <a:t> </a:t>
            </a:r>
            <a:r>
              <a:rPr sz="2400" dirty="0">
                <a:latin typeface="Cambria"/>
                <a:cs typeface="Cambria"/>
              </a:rPr>
              <a:t>making</a:t>
            </a:r>
            <a:r>
              <a:rPr sz="2400" spc="-43" dirty="0">
                <a:latin typeface="Cambria"/>
                <a:cs typeface="Cambria"/>
              </a:rPr>
              <a:t> </a:t>
            </a:r>
            <a:r>
              <a:rPr sz="2400" dirty="0">
                <a:latin typeface="Cambria"/>
                <a:cs typeface="Cambria"/>
              </a:rPr>
              <a:t>elements</a:t>
            </a:r>
            <a:r>
              <a:rPr sz="2400" spc="-50" dirty="0">
                <a:latin typeface="Cambria"/>
                <a:cs typeface="Cambria"/>
              </a:rPr>
              <a:t> </a:t>
            </a:r>
            <a:r>
              <a:rPr sz="2400" dirty="0">
                <a:latin typeface="Cambria"/>
                <a:cs typeface="Cambria"/>
              </a:rPr>
              <a:t>distinct</a:t>
            </a:r>
            <a:r>
              <a:rPr sz="2400" spc="-50" dirty="0">
                <a:latin typeface="Cambria"/>
                <a:cs typeface="Cambria"/>
              </a:rPr>
              <a:t> </a:t>
            </a:r>
            <a:r>
              <a:rPr sz="2400" dirty="0">
                <a:latin typeface="Cambria"/>
                <a:cs typeface="Cambria"/>
              </a:rPr>
              <a:t>to</a:t>
            </a:r>
            <a:r>
              <a:rPr sz="2400" spc="-43" dirty="0">
                <a:latin typeface="Cambria"/>
                <a:cs typeface="Cambria"/>
              </a:rPr>
              <a:t> </a:t>
            </a:r>
            <a:r>
              <a:rPr sz="2400" spc="-14" dirty="0">
                <a:latin typeface="Cambria"/>
                <a:cs typeface="Cambria"/>
              </a:rPr>
              <a:t>enhance </a:t>
            </a:r>
            <a:r>
              <a:rPr sz="2400" dirty="0">
                <a:latin typeface="Cambria"/>
                <a:cs typeface="Cambria"/>
              </a:rPr>
              <a:t>readability</a:t>
            </a:r>
            <a:r>
              <a:rPr sz="2400" spc="-50" dirty="0">
                <a:latin typeface="Cambria"/>
                <a:cs typeface="Cambria"/>
              </a:rPr>
              <a:t> </a:t>
            </a:r>
            <a:r>
              <a:rPr sz="2400" dirty="0">
                <a:latin typeface="Cambria"/>
                <a:cs typeface="Cambria"/>
              </a:rPr>
              <a:t>and</a:t>
            </a:r>
            <a:r>
              <a:rPr sz="2400" spc="-64" dirty="0">
                <a:latin typeface="Cambria"/>
                <a:cs typeface="Cambria"/>
              </a:rPr>
              <a:t> </a:t>
            </a:r>
            <a:r>
              <a:rPr sz="2400" dirty="0">
                <a:latin typeface="Cambria"/>
                <a:cs typeface="Cambria"/>
              </a:rPr>
              <a:t>visual</a:t>
            </a:r>
            <a:r>
              <a:rPr sz="2400" spc="-50" dirty="0">
                <a:latin typeface="Cambria"/>
                <a:cs typeface="Cambria"/>
              </a:rPr>
              <a:t> </a:t>
            </a:r>
            <a:r>
              <a:rPr sz="2400" spc="-14" dirty="0">
                <a:latin typeface="Cambria"/>
                <a:cs typeface="Cambria"/>
              </a:rPr>
              <a:t>interest.</a:t>
            </a:r>
            <a:endParaRPr sz="2400" dirty="0">
              <a:latin typeface="Cambria"/>
              <a:cs typeface="Cambria"/>
            </a:endParaRPr>
          </a:p>
          <a:p>
            <a:pPr marL="17972" marR="7189">
              <a:lnSpc>
                <a:spcPct val="112300"/>
              </a:lnSpc>
              <a:spcBef>
                <a:spcPts val="1422"/>
              </a:spcBef>
            </a:pPr>
            <a:r>
              <a:rPr sz="2400" dirty="0">
                <a:latin typeface="Cambria"/>
                <a:cs typeface="Cambria"/>
              </a:rPr>
              <a:t>The</a:t>
            </a:r>
            <a:r>
              <a:rPr sz="2400" spc="-43" dirty="0">
                <a:latin typeface="Cambria"/>
                <a:cs typeface="Cambria"/>
              </a:rPr>
              <a:t> </a:t>
            </a:r>
            <a:r>
              <a:rPr sz="2400" dirty="0">
                <a:latin typeface="Cambria"/>
                <a:cs typeface="Cambria"/>
              </a:rPr>
              <a:t>same</a:t>
            </a:r>
            <a:r>
              <a:rPr sz="2400" spc="-35" dirty="0">
                <a:latin typeface="Cambria"/>
                <a:cs typeface="Cambria"/>
              </a:rPr>
              <a:t> </a:t>
            </a:r>
            <a:r>
              <a:rPr sz="2400" dirty="0">
                <a:latin typeface="Cambria"/>
                <a:cs typeface="Cambria"/>
              </a:rPr>
              <a:t>example</a:t>
            </a:r>
            <a:r>
              <a:rPr sz="2400" spc="-43" dirty="0">
                <a:latin typeface="Cambria"/>
                <a:cs typeface="Cambria"/>
              </a:rPr>
              <a:t> </a:t>
            </a:r>
            <a:r>
              <a:rPr sz="2400" dirty="0">
                <a:latin typeface="Cambria"/>
                <a:cs typeface="Cambria"/>
              </a:rPr>
              <a:t>that</a:t>
            </a:r>
            <a:r>
              <a:rPr sz="2400" spc="-43" dirty="0">
                <a:latin typeface="Cambria"/>
                <a:cs typeface="Cambria"/>
              </a:rPr>
              <a:t> </a:t>
            </a:r>
            <a:r>
              <a:rPr sz="2400" dirty="0">
                <a:latin typeface="Cambria"/>
                <a:cs typeface="Cambria"/>
              </a:rPr>
              <a:t>we</a:t>
            </a:r>
            <a:r>
              <a:rPr sz="2400" spc="-56" dirty="0">
                <a:latin typeface="Cambria"/>
                <a:cs typeface="Cambria"/>
              </a:rPr>
              <a:t> </a:t>
            </a:r>
            <a:r>
              <a:rPr sz="2400" dirty="0">
                <a:latin typeface="Cambria"/>
                <a:cs typeface="Cambria"/>
              </a:rPr>
              <a:t>mentioned</a:t>
            </a:r>
            <a:r>
              <a:rPr sz="2400" spc="-35" dirty="0">
                <a:latin typeface="Cambria"/>
                <a:cs typeface="Cambria"/>
              </a:rPr>
              <a:t> </a:t>
            </a:r>
            <a:r>
              <a:rPr sz="2400" dirty="0">
                <a:latin typeface="Cambria"/>
                <a:cs typeface="Cambria"/>
              </a:rPr>
              <a:t>previously</a:t>
            </a:r>
            <a:r>
              <a:rPr sz="2400" spc="-50" dirty="0">
                <a:latin typeface="Cambria"/>
                <a:cs typeface="Cambria"/>
              </a:rPr>
              <a:t> </a:t>
            </a:r>
            <a:r>
              <a:rPr sz="2400" dirty="0">
                <a:latin typeface="Cambria"/>
                <a:cs typeface="Cambria"/>
              </a:rPr>
              <a:t>in</a:t>
            </a:r>
            <a:r>
              <a:rPr sz="2400" spc="-35" dirty="0">
                <a:latin typeface="Cambria"/>
                <a:cs typeface="Cambria"/>
              </a:rPr>
              <a:t> </a:t>
            </a:r>
            <a:r>
              <a:rPr sz="2400" dirty="0">
                <a:latin typeface="Cambria"/>
                <a:cs typeface="Cambria"/>
              </a:rPr>
              <a:t>Gestalt</a:t>
            </a:r>
            <a:r>
              <a:rPr sz="2400" spc="-43" dirty="0">
                <a:latin typeface="Cambria"/>
                <a:cs typeface="Cambria"/>
              </a:rPr>
              <a:t> </a:t>
            </a:r>
            <a:r>
              <a:rPr sz="2400" dirty="0">
                <a:latin typeface="Cambria"/>
                <a:cs typeface="Cambria"/>
              </a:rPr>
              <a:t>principles</a:t>
            </a:r>
            <a:r>
              <a:rPr sz="2400" spc="-56" dirty="0">
                <a:latin typeface="Cambria"/>
                <a:cs typeface="Cambria"/>
              </a:rPr>
              <a:t> </a:t>
            </a:r>
            <a:r>
              <a:rPr sz="2400" dirty="0">
                <a:latin typeface="Cambria"/>
                <a:cs typeface="Cambria"/>
              </a:rPr>
              <a:t>in</a:t>
            </a:r>
            <a:r>
              <a:rPr sz="2400" spc="-35" dirty="0">
                <a:latin typeface="Cambria"/>
                <a:cs typeface="Cambria"/>
              </a:rPr>
              <a:t> </a:t>
            </a:r>
            <a:r>
              <a:rPr sz="2400" dirty="0">
                <a:latin typeface="Cambria"/>
                <a:cs typeface="Cambria"/>
              </a:rPr>
              <a:t>Law</a:t>
            </a:r>
            <a:r>
              <a:rPr sz="2400" spc="-35" dirty="0">
                <a:latin typeface="Cambria"/>
                <a:cs typeface="Cambria"/>
              </a:rPr>
              <a:t> </a:t>
            </a:r>
            <a:r>
              <a:rPr sz="2400" dirty="0">
                <a:latin typeface="Cambria"/>
                <a:cs typeface="Cambria"/>
              </a:rPr>
              <a:t>of</a:t>
            </a:r>
            <a:r>
              <a:rPr sz="2400" spc="-56" dirty="0">
                <a:latin typeface="Cambria"/>
                <a:cs typeface="Cambria"/>
              </a:rPr>
              <a:t> </a:t>
            </a:r>
            <a:r>
              <a:rPr sz="2400" spc="-14" dirty="0">
                <a:latin typeface="Cambria"/>
                <a:cs typeface="Cambria"/>
              </a:rPr>
              <a:t>Figure </a:t>
            </a:r>
            <a:r>
              <a:rPr sz="2400" dirty="0">
                <a:latin typeface="Cambria"/>
                <a:cs typeface="Cambria"/>
              </a:rPr>
              <a:t>and</a:t>
            </a:r>
            <a:r>
              <a:rPr sz="2400" spc="-28" dirty="0">
                <a:latin typeface="Cambria"/>
                <a:cs typeface="Cambria"/>
              </a:rPr>
              <a:t> </a:t>
            </a:r>
            <a:r>
              <a:rPr sz="2400" dirty="0">
                <a:latin typeface="Cambria"/>
                <a:cs typeface="Cambria"/>
              </a:rPr>
              <a:t>Ground</a:t>
            </a:r>
            <a:r>
              <a:rPr sz="2400" spc="-28" dirty="0">
                <a:latin typeface="Cambria"/>
                <a:cs typeface="Cambria"/>
              </a:rPr>
              <a:t> </a:t>
            </a:r>
            <a:r>
              <a:rPr sz="2400" dirty="0">
                <a:latin typeface="Cambria"/>
                <a:cs typeface="Cambria"/>
              </a:rPr>
              <a:t>applies</a:t>
            </a:r>
            <a:r>
              <a:rPr sz="2400" spc="-56" dirty="0">
                <a:latin typeface="Cambria"/>
                <a:cs typeface="Cambria"/>
              </a:rPr>
              <a:t> </a:t>
            </a:r>
            <a:r>
              <a:rPr sz="2400" dirty="0">
                <a:latin typeface="Cambria"/>
                <a:cs typeface="Cambria"/>
              </a:rPr>
              <a:t>here</a:t>
            </a:r>
            <a:r>
              <a:rPr sz="2400" spc="-28" dirty="0">
                <a:latin typeface="Cambria"/>
                <a:cs typeface="Cambria"/>
              </a:rPr>
              <a:t> </a:t>
            </a:r>
            <a:r>
              <a:rPr sz="2400" dirty="0">
                <a:latin typeface="Cambria"/>
                <a:cs typeface="Cambria"/>
              </a:rPr>
              <a:t>as</a:t>
            </a:r>
            <a:r>
              <a:rPr sz="2400" spc="-43" dirty="0">
                <a:latin typeface="Cambria"/>
                <a:cs typeface="Cambria"/>
              </a:rPr>
              <a:t> </a:t>
            </a:r>
            <a:r>
              <a:rPr sz="2400" dirty="0">
                <a:latin typeface="Cambria"/>
                <a:cs typeface="Cambria"/>
              </a:rPr>
              <a:t>well</a:t>
            </a:r>
            <a:r>
              <a:rPr sz="2400" spc="-35" dirty="0">
                <a:latin typeface="Cambria"/>
                <a:cs typeface="Cambria"/>
              </a:rPr>
              <a:t> </a:t>
            </a:r>
            <a:r>
              <a:rPr sz="2400" dirty="0">
                <a:latin typeface="Cambria"/>
                <a:cs typeface="Cambria"/>
              </a:rPr>
              <a:t>because</a:t>
            </a:r>
            <a:r>
              <a:rPr sz="2400" spc="-43" dirty="0">
                <a:latin typeface="Cambria"/>
                <a:cs typeface="Cambria"/>
              </a:rPr>
              <a:t> </a:t>
            </a:r>
            <a:r>
              <a:rPr sz="2400" dirty="0">
                <a:latin typeface="Cambria"/>
                <a:cs typeface="Cambria"/>
              </a:rPr>
              <a:t>If</a:t>
            </a:r>
            <a:r>
              <a:rPr sz="2400" spc="-35" dirty="0">
                <a:latin typeface="Cambria"/>
                <a:cs typeface="Cambria"/>
              </a:rPr>
              <a:t> </a:t>
            </a:r>
            <a:r>
              <a:rPr sz="2400" dirty="0">
                <a:latin typeface="Cambria"/>
                <a:cs typeface="Cambria"/>
              </a:rPr>
              <a:t>menu</a:t>
            </a:r>
            <a:r>
              <a:rPr sz="2400" spc="-28" dirty="0">
                <a:latin typeface="Cambria"/>
                <a:cs typeface="Cambria"/>
              </a:rPr>
              <a:t> </a:t>
            </a:r>
            <a:r>
              <a:rPr sz="2400" dirty="0">
                <a:latin typeface="Cambria"/>
                <a:cs typeface="Cambria"/>
              </a:rPr>
              <a:t>titles</a:t>
            </a:r>
            <a:r>
              <a:rPr sz="2400" spc="-21" dirty="0">
                <a:latin typeface="Cambria"/>
                <a:cs typeface="Cambria"/>
              </a:rPr>
              <a:t> </a:t>
            </a:r>
            <a:r>
              <a:rPr sz="2400" dirty="0">
                <a:latin typeface="Cambria"/>
                <a:cs typeface="Cambria"/>
              </a:rPr>
              <a:t>are</a:t>
            </a:r>
            <a:r>
              <a:rPr sz="2400" spc="-50" dirty="0">
                <a:latin typeface="Cambria"/>
                <a:cs typeface="Cambria"/>
              </a:rPr>
              <a:t> </a:t>
            </a:r>
            <a:r>
              <a:rPr sz="2400" dirty="0">
                <a:latin typeface="Cambria"/>
                <a:cs typeface="Cambria"/>
              </a:rPr>
              <a:t>gray</a:t>
            </a:r>
            <a:r>
              <a:rPr sz="2400" spc="-21" dirty="0">
                <a:latin typeface="Cambria"/>
                <a:cs typeface="Cambria"/>
              </a:rPr>
              <a:t> </a:t>
            </a:r>
            <a:r>
              <a:rPr sz="2400" dirty="0">
                <a:latin typeface="Cambria"/>
                <a:cs typeface="Cambria"/>
              </a:rPr>
              <a:t>on</a:t>
            </a:r>
            <a:r>
              <a:rPr sz="2400" spc="-21" dirty="0">
                <a:latin typeface="Cambria"/>
                <a:cs typeface="Cambria"/>
              </a:rPr>
              <a:t> </a:t>
            </a:r>
            <a:r>
              <a:rPr sz="2400" dirty="0">
                <a:latin typeface="Cambria"/>
                <a:cs typeface="Cambria"/>
              </a:rPr>
              <a:t>a</a:t>
            </a:r>
            <a:r>
              <a:rPr sz="2400" spc="-28" dirty="0">
                <a:latin typeface="Cambria"/>
                <a:cs typeface="Cambria"/>
              </a:rPr>
              <a:t> </a:t>
            </a:r>
            <a:r>
              <a:rPr sz="2400" dirty="0">
                <a:latin typeface="Cambria"/>
                <a:cs typeface="Cambria"/>
              </a:rPr>
              <a:t>black</a:t>
            </a:r>
            <a:r>
              <a:rPr sz="2400" spc="-21" dirty="0">
                <a:latin typeface="Cambria"/>
                <a:cs typeface="Cambria"/>
              </a:rPr>
              <a:t> </a:t>
            </a:r>
            <a:r>
              <a:rPr sz="2400" spc="-14" dirty="0">
                <a:latin typeface="Cambria"/>
                <a:cs typeface="Cambria"/>
              </a:rPr>
              <a:t>background, </a:t>
            </a:r>
            <a:r>
              <a:rPr sz="2400" dirty="0">
                <a:latin typeface="Cambria"/>
                <a:cs typeface="Cambria"/>
              </a:rPr>
              <a:t>this</a:t>
            </a:r>
            <a:r>
              <a:rPr sz="2400" spc="-35" dirty="0">
                <a:latin typeface="Cambria"/>
                <a:cs typeface="Cambria"/>
              </a:rPr>
              <a:t> </a:t>
            </a:r>
            <a:r>
              <a:rPr sz="2400" dirty="0">
                <a:latin typeface="Cambria"/>
                <a:cs typeface="Cambria"/>
              </a:rPr>
              <a:t>low</a:t>
            </a:r>
            <a:r>
              <a:rPr sz="2400" spc="-35" dirty="0">
                <a:latin typeface="Cambria"/>
                <a:cs typeface="Cambria"/>
              </a:rPr>
              <a:t> </a:t>
            </a:r>
            <a:r>
              <a:rPr sz="2400" dirty="0">
                <a:latin typeface="Cambria"/>
                <a:cs typeface="Cambria"/>
              </a:rPr>
              <a:t>contrast</a:t>
            </a:r>
            <a:r>
              <a:rPr sz="2400" spc="-43" dirty="0">
                <a:latin typeface="Cambria"/>
                <a:cs typeface="Cambria"/>
              </a:rPr>
              <a:t> </a:t>
            </a:r>
            <a:r>
              <a:rPr sz="2400" dirty="0">
                <a:latin typeface="Cambria"/>
                <a:cs typeface="Cambria"/>
              </a:rPr>
              <a:t>makes</a:t>
            </a:r>
            <a:r>
              <a:rPr sz="2400" spc="-35" dirty="0">
                <a:latin typeface="Cambria"/>
                <a:cs typeface="Cambria"/>
              </a:rPr>
              <a:t> </a:t>
            </a:r>
            <a:r>
              <a:rPr sz="2400" dirty="0">
                <a:latin typeface="Cambria"/>
                <a:cs typeface="Cambria"/>
              </a:rPr>
              <a:t>the</a:t>
            </a:r>
            <a:r>
              <a:rPr sz="2400" spc="-50" dirty="0">
                <a:latin typeface="Cambria"/>
                <a:cs typeface="Cambria"/>
              </a:rPr>
              <a:t> </a:t>
            </a:r>
            <a:r>
              <a:rPr sz="2400" dirty="0">
                <a:latin typeface="Cambria"/>
                <a:cs typeface="Cambria"/>
              </a:rPr>
              <a:t>text</a:t>
            </a:r>
            <a:r>
              <a:rPr sz="2400" spc="-43" dirty="0">
                <a:latin typeface="Cambria"/>
                <a:cs typeface="Cambria"/>
              </a:rPr>
              <a:t> </a:t>
            </a:r>
            <a:r>
              <a:rPr sz="2400" dirty="0">
                <a:latin typeface="Cambria"/>
                <a:cs typeface="Cambria"/>
              </a:rPr>
              <a:t>hard</a:t>
            </a:r>
            <a:r>
              <a:rPr sz="2400" spc="-50" dirty="0">
                <a:latin typeface="Cambria"/>
                <a:cs typeface="Cambria"/>
              </a:rPr>
              <a:t> </a:t>
            </a:r>
            <a:r>
              <a:rPr sz="2400" dirty="0">
                <a:latin typeface="Cambria"/>
                <a:cs typeface="Cambria"/>
              </a:rPr>
              <a:t>to</a:t>
            </a:r>
            <a:r>
              <a:rPr sz="2400" spc="-64" dirty="0">
                <a:latin typeface="Cambria"/>
                <a:cs typeface="Cambria"/>
              </a:rPr>
              <a:t> </a:t>
            </a:r>
            <a:r>
              <a:rPr sz="2400" dirty="0">
                <a:latin typeface="Cambria"/>
                <a:cs typeface="Cambria"/>
              </a:rPr>
              <a:t>read,</a:t>
            </a:r>
            <a:r>
              <a:rPr sz="2400" spc="-35" dirty="0">
                <a:latin typeface="Cambria"/>
                <a:cs typeface="Cambria"/>
              </a:rPr>
              <a:t> </a:t>
            </a:r>
            <a:r>
              <a:rPr sz="2400" dirty="0">
                <a:latin typeface="Cambria"/>
                <a:cs typeface="Cambria"/>
              </a:rPr>
              <a:t>violating</a:t>
            </a:r>
            <a:r>
              <a:rPr sz="2400" spc="-43" dirty="0">
                <a:latin typeface="Cambria"/>
                <a:cs typeface="Cambria"/>
              </a:rPr>
              <a:t> </a:t>
            </a:r>
            <a:r>
              <a:rPr sz="2400" dirty="0">
                <a:latin typeface="Cambria"/>
                <a:cs typeface="Cambria"/>
              </a:rPr>
              <a:t>the</a:t>
            </a:r>
            <a:r>
              <a:rPr sz="2400" spc="-28" dirty="0">
                <a:latin typeface="Cambria"/>
                <a:cs typeface="Cambria"/>
              </a:rPr>
              <a:t> </a:t>
            </a:r>
            <a:r>
              <a:rPr sz="2400" dirty="0">
                <a:latin typeface="Cambria"/>
                <a:cs typeface="Cambria"/>
              </a:rPr>
              <a:t>principle.</a:t>
            </a:r>
            <a:r>
              <a:rPr sz="2400" spc="-50" dirty="0">
                <a:latin typeface="Cambria"/>
                <a:cs typeface="Cambria"/>
              </a:rPr>
              <a:t> </a:t>
            </a:r>
            <a:r>
              <a:rPr sz="2400" dirty="0">
                <a:latin typeface="Cambria"/>
                <a:cs typeface="Cambria"/>
              </a:rPr>
              <a:t>we</a:t>
            </a:r>
            <a:r>
              <a:rPr sz="2400" spc="-43" dirty="0">
                <a:latin typeface="Cambria"/>
                <a:cs typeface="Cambria"/>
              </a:rPr>
              <a:t> </a:t>
            </a:r>
            <a:r>
              <a:rPr sz="2400" spc="-14" dirty="0">
                <a:latin typeface="Cambria"/>
                <a:cs typeface="Cambria"/>
              </a:rPr>
              <a:t>improve </a:t>
            </a:r>
            <a:r>
              <a:rPr sz="2400" dirty="0">
                <a:latin typeface="Cambria"/>
                <a:cs typeface="Cambria"/>
              </a:rPr>
              <a:t>readability</a:t>
            </a:r>
            <a:r>
              <a:rPr sz="2400" spc="-28" dirty="0">
                <a:latin typeface="Cambria"/>
                <a:cs typeface="Cambria"/>
              </a:rPr>
              <a:t> </a:t>
            </a:r>
            <a:r>
              <a:rPr sz="2400" dirty="0">
                <a:latin typeface="Cambria"/>
                <a:cs typeface="Cambria"/>
              </a:rPr>
              <a:t>and</a:t>
            </a:r>
            <a:r>
              <a:rPr sz="2400" spc="-28" dirty="0">
                <a:latin typeface="Cambria"/>
                <a:cs typeface="Cambria"/>
              </a:rPr>
              <a:t> </a:t>
            </a:r>
            <a:r>
              <a:rPr sz="2400" dirty="0">
                <a:latin typeface="Cambria"/>
                <a:cs typeface="Cambria"/>
              </a:rPr>
              <a:t>adhere</a:t>
            </a:r>
            <a:r>
              <a:rPr sz="2400" spc="-21" dirty="0">
                <a:latin typeface="Cambria"/>
                <a:cs typeface="Cambria"/>
              </a:rPr>
              <a:t> </a:t>
            </a:r>
            <a:r>
              <a:rPr sz="2400" dirty="0">
                <a:latin typeface="Cambria"/>
                <a:cs typeface="Cambria"/>
              </a:rPr>
              <a:t>to</a:t>
            </a:r>
            <a:r>
              <a:rPr sz="2400" spc="-43" dirty="0">
                <a:latin typeface="Cambria"/>
                <a:cs typeface="Cambria"/>
              </a:rPr>
              <a:t> </a:t>
            </a:r>
            <a:r>
              <a:rPr sz="2400" dirty="0">
                <a:latin typeface="Cambria"/>
                <a:cs typeface="Cambria"/>
              </a:rPr>
              <a:t>the</a:t>
            </a:r>
            <a:r>
              <a:rPr sz="2400" spc="-43" dirty="0">
                <a:latin typeface="Cambria"/>
                <a:cs typeface="Cambria"/>
              </a:rPr>
              <a:t> </a:t>
            </a:r>
            <a:r>
              <a:rPr sz="2400" dirty="0">
                <a:latin typeface="Cambria"/>
                <a:cs typeface="Cambria"/>
              </a:rPr>
              <a:t>contrast</a:t>
            </a:r>
            <a:r>
              <a:rPr sz="2400" spc="-28" dirty="0">
                <a:latin typeface="Cambria"/>
                <a:cs typeface="Cambria"/>
              </a:rPr>
              <a:t> </a:t>
            </a:r>
            <a:r>
              <a:rPr sz="2400" dirty="0">
                <a:latin typeface="Cambria"/>
                <a:cs typeface="Cambria"/>
              </a:rPr>
              <a:t>principle,</a:t>
            </a:r>
            <a:r>
              <a:rPr sz="2400" spc="-35" dirty="0">
                <a:latin typeface="Cambria"/>
                <a:cs typeface="Cambria"/>
              </a:rPr>
              <a:t> </a:t>
            </a:r>
            <a:r>
              <a:rPr sz="2400" dirty="0">
                <a:latin typeface="Cambria"/>
                <a:cs typeface="Cambria"/>
              </a:rPr>
              <a:t>use</a:t>
            </a:r>
            <a:r>
              <a:rPr sz="2400" spc="-35" dirty="0">
                <a:latin typeface="Cambria"/>
                <a:cs typeface="Cambria"/>
              </a:rPr>
              <a:t> </a:t>
            </a:r>
            <a:r>
              <a:rPr sz="2400" dirty="0">
                <a:latin typeface="Cambria"/>
                <a:cs typeface="Cambria"/>
              </a:rPr>
              <a:t>a</a:t>
            </a:r>
            <a:r>
              <a:rPr sz="2400" spc="-35" dirty="0">
                <a:latin typeface="Cambria"/>
                <a:cs typeface="Cambria"/>
              </a:rPr>
              <a:t> </a:t>
            </a:r>
            <a:r>
              <a:rPr sz="2400" dirty="0">
                <a:latin typeface="Cambria"/>
                <a:cs typeface="Cambria"/>
              </a:rPr>
              <a:t>white</a:t>
            </a:r>
            <a:r>
              <a:rPr sz="2400" spc="-35" dirty="0">
                <a:latin typeface="Cambria"/>
                <a:cs typeface="Cambria"/>
              </a:rPr>
              <a:t> </a:t>
            </a:r>
            <a:r>
              <a:rPr sz="2400" dirty="0">
                <a:latin typeface="Cambria"/>
                <a:cs typeface="Cambria"/>
              </a:rPr>
              <a:t>color</a:t>
            </a:r>
            <a:r>
              <a:rPr sz="2400" spc="-35" dirty="0">
                <a:latin typeface="Cambria"/>
                <a:cs typeface="Cambria"/>
              </a:rPr>
              <a:t> </a:t>
            </a:r>
            <a:r>
              <a:rPr sz="2400" dirty="0">
                <a:latin typeface="Cambria"/>
                <a:cs typeface="Cambria"/>
              </a:rPr>
              <a:t>for</a:t>
            </a:r>
            <a:r>
              <a:rPr sz="2400" spc="-35" dirty="0">
                <a:latin typeface="Cambria"/>
                <a:cs typeface="Cambria"/>
              </a:rPr>
              <a:t> </a:t>
            </a:r>
            <a:r>
              <a:rPr sz="2400" dirty="0">
                <a:latin typeface="Cambria"/>
                <a:cs typeface="Cambria"/>
              </a:rPr>
              <a:t>the</a:t>
            </a:r>
            <a:r>
              <a:rPr sz="2400" spc="-43" dirty="0">
                <a:latin typeface="Cambria"/>
                <a:cs typeface="Cambria"/>
              </a:rPr>
              <a:t> </a:t>
            </a:r>
            <a:r>
              <a:rPr sz="2400" dirty="0">
                <a:latin typeface="Cambria"/>
                <a:cs typeface="Cambria"/>
              </a:rPr>
              <a:t>text,</a:t>
            </a:r>
            <a:r>
              <a:rPr sz="2400" spc="-43" dirty="0">
                <a:latin typeface="Cambria"/>
                <a:cs typeface="Cambria"/>
              </a:rPr>
              <a:t> </a:t>
            </a:r>
            <a:r>
              <a:rPr sz="2400" spc="-14" dirty="0">
                <a:latin typeface="Cambria"/>
                <a:cs typeface="Cambria"/>
              </a:rPr>
              <a:t>ensuring </a:t>
            </a:r>
            <a:r>
              <a:rPr sz="2400" dirty="0">
                <a:latin typeface="Cambria"/>
                <a:cs typeface="Cambria"/>
              </a:rPr>
              <a:t>it</a:t>
            </a:r>
            <a:r>
              <a:rPr sz="2400" spc="-21" dirty="0">
                <a:latin typeface="Cambria"/>
                <a:cs typeface="Cambria"/>
              </a:rPr>
              <a:t> </a:t>
            </a:r>
            <a:r>
              <a:rPr sz="2400" dirty="0">
                <a:latin typeface="Cambria"/>
                <a:cs typeface="Cambria"/>
              </a:rPr>
              <a:t>stands</a:t>
            </a:r>
            <a:r>
              <a:rPr sz="2400" spc="-21" dirty="0">
                <a:latin typeface="Cambria"/>
                <a:cs typeface="Cambria"/>
              </a:rPr>
              <a:t> </a:t>
            </a:r>
            <a:r>
              <a:rPr sz="2400" dirty="0">
                <a:latin typeface="Cambria"/>
                <a:cs typeface="Cambria"/>
              </a:rPr>
              <a:t>out</a:t>
            </a:r>
            <a:r>
              <a:rPr sz="2400" spc="-35" dirty="0">
                <a:latin typeface="Cambria"/>
                <a:cs typeface="Cambria"/>
              </a:rPr>
              <a:t> </a:t>
            </a:r>
            <a:r>
              <a:rPr sz="2400" dirty="0">
                <a:latin typeface="Cambria"/>
                <a:cs typeface="Cambria"/>
              </a:rPr>
              <a:t>clearly</a:t>
            </a:r>
            <a:r>
              <a:rPr sz="2400" spc="-28" dirty="0">
                <a:latin typeface="Cambria"/>
                <a:cs typeface="Cambria"/>
              </a:rPr>
              <a:t> </a:t>
            </a:r>
            <a:r>
              <a:rPr sz="2400" dirty="0">
                <a:latin typeface="Cambria"/>
                <a:cs typeface="Cambria"/>
              </a:rPr>
              <a:t>against</a:t>
            </a:r>
            <a:r>
              <a:rPr sz="2400" spc="-35" dirty="0">
                <a:latin typeface="Cambria"/>
                <a:cs typeface="Cambria"/>
              </a:rPr>
              <a:t> </a:t>
            </a:r>
            <a:r>
              <a:rPr sz="2400" dirty="0">
                <a:latin typeface="Cambria"/>
                <a:cs typeface="Cambria"/>
              </a:rPr>
              <a:t>the</a:t>
            </a:r>
            <a:r>
              <a:rPr sz="2400" spc="-21" dirty="0">
                <a:latin typeface="Cambria"/>
                <a:cs typeface="Cambria"/>
              </a:rPr>
              <a:t> </a:t>
            </a:r>
            <a:r>
              <a:rPr sz="2400" dirty="0">
                <a:latin typeface="Cambria"/>
                <a:cs typeface="Cambria"/>
              </a:rPr>
              <a:t>black</a:t>
            </a:r>
            <a:r>
              <a:rPr sz="2400" spc="-21" dirty="0">
                <a:latin typeface="Cambria"/>
                <a:cs typeface="Cambria"/>
              </a:rPr>
              <a:t> </a:t>
            </a:r>
            <a:r>
              <a:rPr sz="2400" spc="-14" dirty="0">
                <a:latin typeface="Cambria"/>
                <a:cs typeface="Cambria"/>
              </a:rPr>
              <a:t>background.</a:t>
            </a:r>
            <a:endParaRPr sz="2400" dirty="0">
              <a:latin typeface="Cambria"/>
              <a:cs typeface="Cambria"/>
            </a:endParaRPr>
          </a:p>
        </p:txBody>
      </p:sp>
      <p:sp>
        <p:nvSpPr>
          <p:cNvPr id="3" name="object 3"/>
          <p:cNvSpPr txBox="1"/>
          <p:nvPr/>
        </p:nvSpPr>
        <p:spPr>
          <a:xfrm>
            <a:off x="4504376" y="5389167"/>
            <a:ext cx="1593170" cy="448127"/>
          </a:xfrm>
          <a:prstGeom prst="rect">
            <a:avLst/>
          </a:prstGeom>
        </p:spPr>
        <p:txBody>
          <a:bodyPr vert="horz" wrap="square" lIns="0" tIns="17073" rIns="0" bIns="0" rtlCol="0">
            <a:spAutoFit/>
          </a:bodyPr>
          <a:lstStyle/>
          <a:p>
            <a:pPr marL="17972">
              <a:spcBef>
                <a:spcPts val="134"/>
              </a:spcBef>
            </a:pPr>
            <a:r>
              <a:rPr sz="2800" b="1" spc="-14" dirty="0">
                <a:latin typeface="Cambria"/>
                <a:cs typeface="Cambria"/>
              </a:rPr>
              <a:t>After</a:t>
            </a:r>
            <a:r>
              <a:rPr sz="2264" b="1" spc="-14" dirty="0">
                <a:latin typeface="Cambria"/>
                <a:cs typeface="Cambria"/>
              </a:rPr>
              <a:t>:</a:t>
            </a:r>
            <a:endParaRPr sz="2264" dirty="0">
              <a:latin typeface="Cambria"/>
              <a:cs typeface="Cambria"/>
            </a:endParaRPr>
          </a:p>
        </p:txBody>
      </p:sp>
      <p:grpSp>
        <p:nvGrpSpPr>
          <p:cNvPr id="4" name="object 4"/>
          <p:cNvGrpSpPr/>
          <p:nvPr/>
        </p:nvGrpSpPr>
        <p:grpSpPr>
          <a:xfrm>
            <a:off x="4442207" y="5866181"/>
            <a:ext cx="9774632" cy="4827219"/>
            <a:chOff x="703580" y="6751383"/>
            <a:chExt cx="6156960" cy="2866390"/>
          </a:xfrm>
        </p:grpSpPr>
        <p:pic>
          <p:nvPicPr>
            <p:cNvPr id="5" name="object 5"/>
            <p:cNvPicPr/>
            <p:nvPr/>
          </p:nvPicPr>
          <p:blipFill>
            <a:blip r:embed="rId2" cstate="print"/>
            <a:stretch>
              <a:fillRect/>
            </a:stretch>
          </p:blipFill>
          <p:spPr>
            <a:xfrm>
              <a:off x="722630" y="6770433"/>
              <a:ext cx="6118352" cy="2828290"/>
            </a:xfrm>
            <a:prstGeom prst="rect">
              <a:avLst/>
            </a:prstGeom>
          </p:spPr>
        </p:pic>
        <p:sp>
          <p:nvSpPr>
            <p:cNvPr id="6" name="object 6"/>
            <p:cNvSpPr/>
            <p:nvPr/>
          </p:nvSpPr>
          <p:spPr>
            <a:xfrm>
              <a:off x="713105" y="6760908"/>
              <a:ext cx="6137910" cy="2847340"/>
            </a:xfrm>
            <a:custGeom>
              <a:avLst/>
              <a:gdLst/>
              <a:ahLst/>
              <a:cxnLst/>
              <a:rect l="l" t="t" r="r" b="b"/>
              <a:pathLst>
                <a:path w="6137909" h="2847340">
                  <a:moveTo>
                    <a:pt x="0" y="2847340"/>
                  </a:moveTo>
                  <a:lnTo>
                    <a:pt x="6137402" y="2847340"/>
                  </a:lnTo>
                  <a:lnTo>
                    <a:pt x="6137402" y="0"/>
                  </a:lnTo>
                  <a:lnTo>
                    <a:pt x="0" y="0"/>
                  </a:lnTo>
                  <a:lnTo>
                    <a:pt x="0" y="2847340"/>
                  </a:lnTo>
                  <a:close/>
                </a:path>
              </a:pathLst>
            </a:custGeom>
            <a:ln w="19049">
              <a:solidFill>
                <a:srgbClr val="000000"/>
              </a:solidFill>
            </a:ln>
          </p:spPr>
          <p:txBody>
            <a:bodyPr wrap="square" lIns="0" tIns="0" rIns="0" bIns="0" rtlCol="0"/>
            <a:lstStyle/>
            <a:p>
              <a:endParaRPr/>
            </a:p>
          </p:txBody>
        </p:sp>
      </p:grpSp>
      <p:grpSp>
        <p:nvGrpSpPr>
          <p:cNvPr id="7" name="object 7"/>
          <p:cNvGrpSpPr/>
          <p:nvPr/>
        </p:nvGrpSpPr>
        <p:grpSpPr>
          <a:xfrm>
            <a:off x="4457329" y="669835"/>
            <a:ext cx="9800009" cy="4714965"/>
            <a:chOff x="703580" y="3358133"/>
            <a:chExt cx="6145530" cy="2830830"/>
          </a:xfrm>
        </p:grpSpPr>
        <p:pic>
          <p:nvPicPr>
            <p:cNvPr id="8" name="object 8"/>
            <p:cNvPicPr/>
            <p:nvPr/>
          </p:nvPicPr>
          <p:blipFill>
            <a:blip r:embed="rId3" cstate="print"/>
            <a:stretch>
              <a:fillRect/>
            </a:stretch>
          </p:blipFill>
          <p:spPr>
            <a:xfrm>
              <a:off x="722630" y="3377183"/>
              <a:ext cx="6107176" cy="2792729"/>
            </a:xfrm>
            <a:prstGeom prst="rect">
              <a:avLst/>
            </a:prstGeom>
          </p:spPr>
        </p:pic>
        <p:sp>
          <p:nvSpPr>
            <p:cNvPr id="9" name="object 9"/>
            <p:cNvSpPr/>
            <p:nvPr/>
          </p:nvSpPr>
          <p:spPr>
            <a:xfrm>
              <a:off x="713105" y="3367658"/>
              <a:ext cx="6126480" cy="2811780"/>
            </a:xfrm>
            <a:custGeom>
              <a:avLst/>
              <a:gdLst/>
              <a:ahLst/>
              <a:cxnLst/>
              <a:rect l="l" t="t" r="r" b="b"/>
              <a:pathLst>
                <a:path w="6126480" h="2811779">
                  <a:moveTo>
                    <a:pt x="0" y="2811779"/>
                  </a:moveTo>
                  <a:lnTo>
                    <a:pt x="6126226" y="2811779"/>
                  </a:lnTo>
                  <a:lnTo>
                    <a:pt x="6126226" y="0"/>
                  </a:lnTo>
                  <a:lnTo>
                    <a:pt x="0" y="0"/>
                  </a:lnTo>
                  <a:lnTo>
                    <a:pt x="0" y="2811779"/>
                  </a:lnTo>
                  <a:close/>
                </a:path>
              </a:pathLst>
            </a:custGeom>
            <a:ln w="19049">
              <a:solidFill>
                <a:srgbClr val="000000"/>
              </a:solidFill>
            </a:ln>
          </p:spPr>
          <p:txBody>
            <a:bodyPr wrap="square" lIns="0" tIns="0" rIns="0" bIns="0" rtlCol="0"/>
            <a:lstStyle/>
            <a:p>
              <a:endParaRPr/>
            </a:p>
          </p:txBody>
        </p:sp>
        <p:sp>
          <p:nvSpPr>
            <p:cNvPr id="10" name="object 10"/>
            <p:cNvSpPr/>
            <p:nvPr/>
          </p:nvSpPr>
          <p:spPr>
            <a:xfrm>
              <a:off x="712470" y="5046598"/>
              <a:ext cx="5594350" cy="158115"/>
            </a:xfrm>
            <a:custGeom>
              <a:avLst/>
              <a:gdLst/>
              <a:ahLst/>
              <a:cxnLst/>
              <a:rect l="l" t="t" r="r" b="b"/>
              <a:pathLst>
                <a:path w="5594350" h="158114">
                  <a:moveTo>
                    <a:pt x="0" y="158114"/>
                  </a:moveTo>
                  <a:lnTo>
                    <a:pt x="5594350" y="158114"/>
                  </a:lnTo>
                  <a:lnTo>
                    <a:pt x="5594350" y="0"/>
                  </a:lnTo>
                  <a:lnTo>
                    <a:pt x="0" y="0"/>
                  </a:lnTo>
                  <a:lnTo>
                    <a:pt x="0" y="158114"/>
                  </a:lnTo>
                  <a:close/>
                </a:path>
              </a:pathLst>
            </a:custGeom>
            <a:ln w="12700">
              <a:solidFill>
                <a:srgbClr val="FF0000"/>
              </a:solidFill>
            </a:ln>
          </p:spPr>
          <p:txBody>
            <a:bodyPr wrap="square" lIns="0" tIns="0" rIns="0" bIns="0" rtlCol="0"/>
            <a:lstStyle/>
            <a:p>
              <a:endParaRPr/>
            </a:p>
          </p:txBody>
        </p:sp>
      </p:grpSp>
      <p:sp>
        <p:nvSpPr>
          <p:cNvPr id="13" name="مربع نص 12">
            <a:extLst>
              <a:ext uri="{FF2B5EF4-FFF2-40B4-BE49-F238E27FC236}">
                <a16:creationId xmlns:a16="http://schemas.microsoft.com/office/drawing/2014/main" id="{82EE2D50-0C78-38E1-05E6-F218891574A2}"/>
              </a:ext>
            </a:extLst>
          </p:cNvPr>
          <p:cNvSpPr txBox="1"/>
          <p:nvPr/>
        </p:nvSpPr>
        <p:spPr>
          <a:xfrm>
            <a:off x="4369283" y="133416"/>
            <a:ext cx="10668000" cy="461665"/>
          </a:xfrm>
          <a:prstGeom prst="rect">
            <a:avLst/>
          </a:prstGeom>
          <a:noFill/>
        </p:spPr>
        <p:txBody>
          <a:bodyPr wrap="square">
            <a:spAutoFit/>
          </a:bodyPr>
          <a:lstStyle/>
          <a:p>
            <a:pPr marL="17972">
              <a:spcBef>
                <a:spcPts val="1684"/>
              </a:spcBef>
            </a:pPr>
            <a:r>
              <a:rPr lang="en-US" sz="2400" b="1" spc="-14" dirty="0">
                <a:latin typeface="Cambria"/>
                <a:cs typeface="Cambria"/>
              </a:rPr>
              <a:t>Before:</a:t>
            </a:r>
            <a:endParaRPr lang="en-US" sz="2400" dirty="0">
              <a:latin typeface="Cambria"/>
              <a:cs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مربع نص 1">
            <a:extLst>
              <a:ext uri="{FF2B5EF4-FFF2-40B4-BE49-F238E27FC236}">
                <a16:creationId xmlns:a16="http://schemas.microsoft.com/office/drawing/2014/main" id="{B9D5337D-D686-5E4D-11AC-C7DA121401DC}"/>
              </a:ext>
            </a:extLst>
          </p:cNvPr>
          <p:cNvSpPr txBox="1"/>
          <p:nvPr/>
        </p:nvSpPr>
        <p:spPr>
          <a:xfrm>
            <a:off x="4309269" y="4309888"/>
            <a:ext cx="8305800" cy="1569660"/>
          </a:xfrm>
          <a:prstGeom prst="rect">
            <a:avLst/>
          </a:prstGeom>
          <a:noFill/>
        </p:spPr>
        <p:txBody>
          <a:bodyPr wrap="square" rtlCol="0">
            <a:spAutoFit/>
          </a:bodyPr>
          <a:lstStyle/>
          <a:p>
            <a:r>
              <a:rPr lang="en-US" sz="9600" b="1" dirty="0"/>
              <a:t>Thank you</a:t>
            </a:r>
          </a:p>
        </p:txBody>
      </p:sp>
    </p:spTree>
    <p:extLst>
      <p:ext uri="{BB962C8B-B14F-4D97-AF65-F5344CB8AC3E}">
        <p14:creationId xmlns:p14="http://schemas.microsoft.com/office/powerpoint/2010/main" val="3752944437"/>
      </p:ext>
    </p:extLst>
  </p:cSld>
  <p:clrMapOvr>
    <a:masterClrMapping/>
  </p:clrMapOvr>
</p:sld>
</file>

<file path=ppt/theme/theme1.xml><?xml version="1.0" encoding="utf-8"?>
<a:theme xmlns:a="http://schemas.openxmlformats.org/drawingml/2006/main" name="قطرة">
  <a:themeElements>
    <a:clrScheme name="قطرة">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قطرة">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قطرة">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TM04033925[[fn=قطرة]]</Template>
  <TotalTime>81</TotalTime>
  <Words>979</Words>
  <Application>Microsoft Office PowerPoint</Application>
  <PresentationFormat>مخصص</PresentationFormat>
  <Paragraphs>88</Paragraphs>
  <Slides>18</Slides>
  <Notes>0</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18</vt:i4>
      </vt:variant>
    </vt:vector>
  </HeadingPairs>
  <TitlesOfParts>
    <vt:vector size="27" baseType="lpstr">
      <vt:lpstr>Arial</vt:lpstr>
      <vt:lpstr>Cambria</vt:lpstr>
      <vt:lpstr>Courier New</vt:lpstr>
      <vt:lpstr>Symbol</vt:lpstr>
      <vt:lpstr>Times New Roman</vt:lpstr>
      <vt:lpstr>Tw Cen MT</vt:lpstr>
      <vt:lpstr>ui-sans-serif</vt:lpstr>
      <vt:lpstr>Wingdings</vt:lpstr>
      <vt:lpstr>قطرة</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Meaad Farag Awadh BA YOUSEF</dc:creator>
  <cp:lastModifiedBy>Meaad Farag Awadh BA YOUSEF</cp:lastModifiedBy>
  <cp:revision>4</cp:revision>
  <dcterms:created xsi:type="dcterms:W3CDTF">2024-05-27T11:55:23Z</dcterms:created>
  <dcterms:modified xsi:type="dcterms:W3CDTF">2025-11-17T19:41:21Z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2024-05-19T00:00:00Z</vt:filetime>
  </property>
  <property fmtid="{D5CDD505-2E9C-101B-9397-08002B2CF9AE}" pid="3" name="Creator">
    <vt:lpwstr>Microsoft® Word لبرنامج Microsoft 365</vt:lpwstr>
  </property>
  <property fmtid="{D5CDD505-2E9C-101B-9397-08002B2CF9AE}" pid="4" name="LastSaved">
    <vt:filetime>2024-05-27T00:00:00Z</vt:filetime>
  </property>
  <property fmtid="{D5CDD505-2E9C-101B-9397-08002B2CF9AE}" pid="5" name="Producer">
    <vt:lpwstr>Microsoft® Word لبرنامج Microsoft 365</vt:lpwstr>
  </property>
</Properties>
</file>